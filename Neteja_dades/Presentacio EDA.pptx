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80" r:id="rId4"/>
    <p:sldId id="279" r:id="rId5"/>
    <p:sldId id="278" r:id="rId6"/>
    <p:sldId id="277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7FA59F"/>
    <a:srgbClr val="E2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805" y="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 Renau Seguer" userId="45fb22c6cbbaaa4b" providerId="LiveId" clId="{4D31C7AB-CDC5-42E1-B748-02F7302799F9}"/>
    <pc:docChg chg="undo redo custSel addSld delSld modSld sldOrd">
      <pc:chgData name="Sergi Renau Seguer" userId="45fb22c6cbbaaa4b" providerId="LiveId" clId="{4D31C7AB-CDC5-42E1-B748-02F7302799F9}" dt="2025-10-07T16:25:28.051" v="2793" actId="20577"/>
      <pc:docMkLst>
        <pc:docMk/>
      </pc:docMkLst>
      <pc:sldChg chg="del">
        <pc:chgData name="Sergi Renau Seguer" userId="45fb22c6cbbaaa4b" providerId="LiveId" clId="{4D31C7AB-CDC5-42E1-B748-02F7302799F9}" dt="2025-10-05T07:59:19.002" v="414" actId="47"/>
        <pc:sldMkLst>
          <pc:docMk/>
          <pc:sldMk cId="0" sldId="257"/>
        </pc:sldMkLst>
      </pc:sldChg>
      <pc:sldChg chg="del">
        <pc:chgData name="Sergi Renau Seguer" userId="45fb22c6cbbaaa4b" providerId="LiveId" clId="{4D31C7AB-CDC5-42E1-B748-02F7302799F9}" dt="2025-10-05T08:04:29.930" v="462" actId="47"/>
        <pc:sldMkLst>
          <pc:docMk/>
          <pc:sldMk cId="0" sldId="260"/>
        </pc:sldMkLst>
      </pc:sldChg>
      <pc:sldChg chg="del">
        <pc:chgData name="Sergi Renau Seguer" userId="45fb22c6cbbaaa4b" providerId="LiveId" clId="{4D31C7AB-CDC5-42E1-B748-02F7302799F9}" dt="2025-10-05T09:54:22.057" v="2191" actId="47"/>
        <pc:sldMkLst>
          <pc:docMk/>
          <pc:sldMk cId="0" sldId="261"/>
        </pc:sldMkLst>
      </pc:sldChg>
      <pc:sldChg chg="del">
        <pc:chgData name="Sergi Renau Seguer" userId="45fb22c6cbbaaa4b" providerId="LiveId" clId="{4D31C7AB-CDC5-42E1-B748-02F7302799F9}" dt="2025-10-05T10:08:08.300" v="2192" actId="47"/>
        <pc:sldMkLst>
          <pc:docMk/>
          <pc:sldMk cId="0" sldId="262"/>
        </pc:sldMkLst>
      </pc:sldChg>
      <pc:sldChg chg="del">
        <pc:chgData name="Sergi Renau Seguer" userId="45fb22c6cbbaaa4b" providerId="LiveId" clId="{4D31C7AB-CDC5-42E1-B748-02F7302799F9}" dt="2025-10-05T10:16:25.504" v="2682" actId="47"/>
        <pc:sldMkLst>
          <pc:docMk/>
          <pc:sldMk cId="0" sldId="263"/>
        </pc:sldMkLst>
      </pc:sldChg>
      <pc:sldChg chg="del">
        <pc:chgData name="Sergi Renau Seguer" userId="45fb22c6cbbaaa4b" providerId="LiveId" clId="{4D31C7AB-CDC5-42E1-B748-02F7302799F9}" dt="2025-10-05T08:04:39.978" v="463" actId="47"/>
        <pc:sldMkLst>
          <pc:docMk/>
          <pc:sldMk cId="0" sldId="264"/>
        </pc:sldMkLst>
      </pc:sldChg>
      <pc:sldChg chg="del">
        <pc:chgData name="Sergi Renau Seguer" userId="45fb22c6cbbaaa4b" providerId="LiveId" clId="{4D31C7AB-CDC5-42E1-B748-02F7302799F9}" dt="2025-10-05T08:04:41.149" v="464" actId="47"/>
        <pc:sldMkLst>
          <pc:docMk/>
          <pc:sldMk cId="0" sldId="265"/>
        </pc:sldMkLst>
      </pc:sldChg>
      <pc:sldChg chg="del">
        <pc:chgData name="Sergi Renau Seguer" userId="45fb22c6cbbaaa4b" providerId="LiveId" clId="{4D31C7AB-CDC5-42E1-B748-02F7302799F9}" dt="2025-10-05T08:04:41.749" v="465" actId="47"/>
        <pc:sldMkLst>
          <pc:docMk/>
          <pc:sldMk cId="0" sldId="266"/>
        </pc:sldMkLst>
      </pc:sldChg>
      <pc:sldChg chg="del">
        <pc:chgData name="Sergi Renau Seguer" userId="45fb22c6cbbaaa4b" providerId="LiveId" clId="{4D31C7AB-CDC5-42E1-B748-02F7302799F9}" dt="2025-10-05T08:04:42.242" v="466" actId="47"/>
        <pc:sldMkLst>
          <pc:docMk/>
          <pc:sldMk cId="0" sldId="267"/>
        </pc:sldMkLst>
      </pc:sldChg>
      <pc:sldChg chg="del">
        <pc:chgData name="Sergi Renau Seguer" userId="45fb22c6cbbaaa4b" providerId="LiveId" clId="{4D31C7AB-CDC5-42E1-B748-02F7302799F9}" dt="2025-10-05T08:04:42.743" v="467" actId="47"/>
        <pc:sldMkLst>
          <pc:docMk/>
          <pc:sldMk cId="0" sldId="268"/>
        </pc:sldMkLst>
      </pc:sldChg>
      <pc:sldChg chg="del">
        <pc:chgData name="Sergi Renau Seguer" userId="45fb22c6cbbaaa4b" providerId="LiveId" clId="{4D31C7AB-CDC5-42E1-B748-02F7302799F9}" dt="2025-10-05T08:04:43.156" v="468" actId="47"/>
        <pc:sldMkLst>
          <pc:docMk/>
          <pc:sldMk cId="0" sldId="269"/>
        </pc:sldMkLst>
      </pc:sldChg>
      <pc:sldChg chg="del">
        <pc:chgData name="Sergi Renau Seguer" userId="45fb22c6cbbaaa4b" providerId="LiveId" clId="{4D31C7AB-CDC5-42E1-B748-02F7302799F9}" dt="2025-10-05T08:04:43.802" v="469" actId="47"/>
        <pc:sldMkLst>
          <pc:docMk/>
          <pc:sldMk cId="0" sldId="270"/>
        </pc:sldMkLst>
      </pc:sldChg>
      <pc:sldChg chg="del">
        <pc:chgData name="Sergi Renau Seguer" userId="45fb22c6cbbaaa4b" providerId="LiveId" clId="{4D31C7AB-CDC5-42E1-B748-02F7302799F9}" dt="2025-10-05T08:04:44.775" v="470" actId="47"/>
        <pc:sldMkLst>
          <pc:docMk/>
          <pc:sldMk cId="0" sldId="271"/>
        </pc:sldMkLst>
      </pc:sldChg>
      <pc:sldChg chg="del">
        <pc:chgData name="Sergi Renau Seguer" userId="45fb22c6cbbaaa4b" providerId="LiveId" clId="{4D31C7AB-CDC5-42E1-B748-02F7302799F9}" dt="2025-10-05T08:04:46.711" v="471" actId="47"/>
        <pc:sldMkLst>
          <pc:docMk/>
          <pc:sldMk cId="0" sldId="272"/>
        </pc:sldMkLst>
      </pc:sldChg>
      <pc:sldChg chg="del">
        <pc:chgData name="Sergi Renau Seguer" userId="45fb22c6cbbaaa4b" providerId="LiveId" clId="{4D31C7AB-CDC5-42E1-B748-02F7302799F9}" dt="2025-10-05T07:58:53.987" v="406" actId="47"/>
        <pc:sldMkLst>
          <pc:docMk/>
          <pc:sldMk cId="86469251" sldId="273"/>
        </pc:sldMkLst>
      </pc:sldChg>
      <pc:sldChg chg="modSp del mod">
        <pc:chgData name="Sergi Renau Seguer" userId="45fb22c6cbbaaa4b" providerId="LiveId" clId="{4D31C7AB-CDC5-42E1-B748-02F7302799F9}" dt="2025-10-05T07:58:09.583" v="399" actId="47"/>
        <pc:sldMkLst>
          <pc:docMk/>
          <pc:sldMk cId="3462034719" sldId="274"/>
        </pc:sldMkLst>
      </pc:sldChg>
      <pc:sldChg chg="del">
        <pc:chgData name="Sergi Renau Seguer" userId="45fb22c6cbbaaa4b" providerId="LiveId" clId="{4D31C7AB-CDC5-42E1-B748-02F7302799F9}" dt="2025-10-05T07:57:18.937" v="395" actId="47"/>
        <pc:sldMkLst>
          <pc:docMk/>
          <pc:sldMk cId="1879659625" sldId="275"/>
        </pc:sldMkLst>
      </pc:sldChg>
      <pc:sldChg chg="addSp delSp modSp mod setBg delDesignElem chgLayout">
        <pc:chgData name="Sergi Renau Seguer" userId="45fb22c6cbbaaa4b" providerId="LiveId" clId="{4D31C7AB-CDC5-42E1-B748-02F7302799F9}" dt="2025-10-07T16:25:28.051" v="2793" actId="20577"/>
        <pc:sldMkLst>
          <pc:docMk/>
          <pc:sldMk cId="2703333470" sldId="276"/>
        </pc:sldMkLst>
        <pc:spChg chg="mod">
          <ac:chgData name="Sergi Renau Seguer" userId="45fb22c6cbbaaa4b" providerId="LiveId" clId="{4D31C7AB-CDC5-42E1-B748-02F7302799F9}" dt="2025-10-07T16:25:28.051" v="2793" actId="20577"/>
          <ac:spMkLst>
            <pc:docMk/>
            <pc:sldMk cId="2703333470" sldId="276"/>
            <ac:spMk id="3" creationId="{DFA1EAC3-BFB5-0462-ABF3-C015F10BC07F}"/>
          </ac:spMkLst>
        </pc:spChg>
        <pc:spChg chg="add mod ord">
          <ac:chgData name="Sergi Renau Seguer" userId="45fb22c6cbbaaa4b" providerId="LiveId" clId="{4D31C7AB-CDC5-42E1-B748-02F7302799F9}" dt="2025-10-05T07:49:38.492" v="368"/>
          <ac:spMkLst>
            <pc:docMk/>
            <pc:sldMk cId="2703333470" sldId="276"/>
            <ac:spMk id="4" creationId="{B78FCDE2-1E32-A1DF-291D-E1BF3B929EE4}"/>
          </ac:spMkLst>
        </pc:spChg>
        <pc:spChg chg="mod">
          <ac:chgData name="Sergi Renau Seguer" userId="45fb22c6cbbaaa4b" providerId="LiveId" clId="{4D31C7AB-CDC5-42E1-B748-02F7302799F9}" dt="2025-10-05T07:59:05.950" v="412" actId="20577"/>
          <ac:spMkLst>
            <pc:docMk/>
            <pc:sldMk cId="2703333470" sldId="276"/>
            <ac:spMk id="12" creationId="{DE3906F0-4745-F5E1-DFC0-33AE13F7F801}"/>
          </ac:spMkLst>
        </pc:spChg>
      </pc:sldChg>
      <pc:sldChg chg="addSp delSp modSp add mod">
        <pc:chgData name="Sergi Renau Seguer" userId="45fb22c6cbbaaa4b" providerId="LiveId" clId="{4D31C7AB-CDC5-42E1-B748-02F7302799F9}" dt="2025-10-05T08:40:04.982" v="1148" actId="20577"/>
        <pc:sldMkLst>
          <pc:docMk/>
          <pc:sldMk cId="3235069125" sldId="277"/>
        </pc:sldMkLst>
        <pc:spChg chg="mod">
          <ac:chgData name="Sergi Renau Seguer" userId="45fb22c6cbbaaa4b" providerId="LiveId" clId="{4D31C7AB-CDC5-42E1-B748-02F7302799F9}" dt="2025-10-05T08:01:35.092" v="459" actId="20577"/>
          <ac:spMkLst>
            <pc:docMk/>
            <pc:sldMk cId="3235069125" sldId="277"/>
            <ac:spMk id="3" creationId="{D46980A0-40C7-6F2F-BD7E-6D808BFE0E52}"/>
          </ac:spMkLst>
        </pc:spChg>
        <pc:spChg chg="add mod">
          <ac:chgData name="Sergi Renau Seguer" userId="45fb22c6cbbaaa4b" providerId="LiveId" clId="{4D31C7AB-CDC5-42E1-B748-02F7302799F9}" dt="2025-10-05T08:40:04.982" v="1148" actId="20577"/>
          <ac:spMkLst>
            <pc:docMk/>
            <pc:sldMk cId="3235069125" sldId="277"/>
            <ac:spMk id="7" creationId="{B55EEE59-D195-3689-5459-A954EF4F3A31}"/>
          </ac:spMkLst>
        </pc:spChg>
        <pc:spChg chg="mod">
          <ac:chgData name="Sergi Renau Seguer" userId="45fb22c6cbbaaa4b" providerId="LiveId" clId="{4D31C7AB-CDC5-42E1-B748-02F7302799F9}" dt="2025-10-05T08:00:08.813" v="416"/>
          <ac:spMkLst>
            <pc:docMk/>
            <pc:sldMk cId="3235069125" sldId="277"/>
            <ac:spMk id="12" creationId="{FAFFB2E9-54B4-8D4B-D1AB-E2BE709D35C7}"/>
          </ac:spMkLst>
        </pc:spChg>
        <pc:picChg chg="add mod">
          <ac:chgData name="Sergi Renau Seguer" userId="45fb22c6cbbaaa4b" providerId="LiveId" clId="{4D31C7AB-CDC5-42E1-B748-02F7302799F9}" dt="2025-10-05T08:26:20.404" v="921"/>
          <ac:picMkLst>
            <pc:docMk/>
            <pc:sldMk cId="3235069125" sldId="277"/>
            <ac:picMk id="9" creationId="{C0D9E383-13C9-0EA2-D5B3-20A3E20FEA17}"/>
          </ac:picMkLst>
        </pc:picChg>
      </pc:sldChg>
      <pc:sldChg chg="addSp delSp modSp add mod">
        <pc:chgData name="Sergi Renau Seguer" userId="45fb22c6cbbaaa4b" providerId="LiveId" clId="{4D31C7AB-CDC5-42E1-B748-02F7302799F9}" dt="2025-10-05T08:39:40.908" v="1109" actId="20577"/>
        <pc:sldMkLst>
          <pc:docMk/>
          <pc:sldMk cId="3561946398" sldId="278"/>
        </pc:sldMkLst>
        <pc:spChg chg="mod">
          <ac:chgData name="Sergi Renau Seguer" userId="45fb22c6cbbaaa4b" providerId="LiveId" clId="{4D31C7AB-CDC5-42E1-B748-02F7302799F9}" dt="2025-10-05T08:01:47.011" v="461" actId="20577"/>
          <ac:spMkLst>
            <pc:docMk/>
            <pc:sldMk cId="3561946398" sldId="278"/>
            <ac:spMk id="3" creationId="{C529C614-64B1-D656-2500-7383019F29A4}"/>
          </ac:spMkLst>
        </pc:spChg>
        <pc:spChg chg="add mod">
          <ac:chgData name="Sergi Renau Seguer" userId="45fb22c6cbbaaa4b" providerId="LiveId" clId="{4D31C7AB-CDC5-42E1-B748-02F7302799F9}" dt="2025-10-05T08:39:40.908" v="1109" actId="20577"/>
          <ac:spMkLst>
            <pc:docMk/>
            <pc:sldMk cId="3561946398" sldId="278"/>
            <ac:spMk id="10" creationId="{177F9E18-271C-B182-7577-35B462CA0B5C}"/>
          </ac:spMkLst>
        </pc:spChg>
        <pc:picChg chg="add mod">
          <ac:chgData name="Sergi Renau Seguer" userId="45fb22c6cbbaaa4b" providerId="LiveId" clId="{4D31C7AB-CDC5-42E1-B748-02F7302799F9}" dt="2025-10-05T08:23:30.970" v="903" actId="1076"/>
          <ac:picMkLst>
            <pc:docMk/>
            <pc:sldMk cId="3561946398" sldId="278"/>
            <ac:picMk id="7" creationId="{30B79CD6-B032-AE92-B66C-622D78578F73}"/>
          </ac:picMkLst>
        </pc:picChg>
      </pc:sldChg>
      <pc:sldChg chg="add">
        <pc:chgData name="Sergi Renau Seguer" userId="45fb22c6cbbaaa4b" providerId="LiveId" clId="{4D31C7AB-CDC5-42E1-B748-02F7302799F9}" dt="2025-10-05T07:57:32.750" v="396" actId="2890"/>
        <pc:sldMkLst>
          <pc:docMk/>
          <pc:sldMk cId="206148693" sldId="279"/>
        </pc:sldMkLst>
      </pc:sldChg>
      <pc:sldChg chg="modSp add mod">
        <pc:chgData name="Sergi Renau Seguer" userId="45fb22c6cbbaaa4b" providerId="LiveId" clId="{4D31C7AB-CDC5-42E1-B748-02F7302799F9}" dt="2025-10-06T09:16:19.429" v="2686" actId="20577"/>
        <pc:sldMkLst>
          <pc:docMk/>
          <pc:sldMk cId="966325387" sldId="280"/>
        </pc:sldMkLst>
        <pc:spChg chg="mod">
          <ac:chgData name="Sergi Renau Seguer" userId="45fb22c6cbbaaa4b" providerId="LiveId" clId="{4D31C7AB-CDC5-42E1-B748-02F7302799F9}" dt="2025-10-06T09:16:19.429" v="2686" actId="20577"/>
          <ac:spMkLst>
            <pc:docMk/>
            <pc:sldMk cId="966325387" sldId="280"/>
            <ac:spMk id="3" creationId="{ADED43E3-99E1-6B28-A0F7-29A3387231FD}"/>
          </ac:spMkLst>
        </pc:spChg>
      </pc:sldChg>
      <pc:sldChg chg="modSp add del mod">
        <pc:chgData name="Sergi Renau Seguer" userId="45fb22c6cbbaaa4b" providerId="LiveId" clId="{4D31C7AB-CDC5-42E1-B748-02F7302799F9}" dt="2025-10-07T16:24:55.567" v="2768" actId="47"/>
        <pc:sldMkLst>
          <pc:docMk/>
          <pc:sldMk cId="3946899088" sldId="281"/>
        </pc:sldMkLst>
      </pc:sldChg>
      <pc:sldChg chg="addSp delSp modSp add mod">
        <pc:chgData name="Sergi Renau Seguer" userId="45fb22c6cbbaaa4b" providerId="LiveId" clId="{4D31C7AB-CDC5-42E1-B748-02F7302799F9}" dt="2025-10-05T08:37:47.833" v="1077" actId="20577"/>
        <pc:sldMkLst>
          <pc:docMk/>
          <pc:sldMk cId="1446902000" sldId="282"/>
        </pc:sldMkLst>
        <pc:spChg chg="mod">
          <ac:chgData name="Sergi Renau Seguer" userId="45fb22c6cbbaaa4b" providerId="LiveId" clId="{4D31C7AB-CDC5-42E1-B748-02F7302799F9}" dt="2025-10-05T08:06:41.070" v="537" actId="20577"/>
          <ac:spMkLst>
            <pc:docMk/>
            <pc:sldMk cId="1446902000" sldId="282"/>
            <ac:spMk id="3" creationId="{28989D67-3179-914F-D2D2-2238BA04E74A}"/>
          </ac:spMkLst>
        </pc:spChg>
        <pc:spChg chg="add mod">
          <ac:chgData name="Sergi Renau Seguer" userId="45fb22c6cbbaaa4b" providerId="LiveId" clId="{4D31C7AB-CDC5-42E1-B748-02F7302799F9}" dt="2025-10-05T08:37:47.833" v="1077" actId="20577"/>
          <ac:spMkLst>
            <pc:docMk/>
            <pc:sldMk cId="1446902000" sldId="282"/>
            <ac:spMk id="8" creationId="{9E389749-621A-5319-229E-07EA32C39969}"/>
          </ac:spMkLst>
        </pc:spChg>
        <pc:spChg chg="mod">
          <ac:chgData name="Sergi Renau Seguer" userId="45fb22c6cbbaaa4b" providerId="LiveId" clId="{4D31C7AB-CDC5-42E1-B748-02F7302799F9}" dt="2025-10-05T08:05:11.115" v="474"/>
          <ac:spMkLst>
            <pc:docMk/>
            <pc:sldMk cId="1446902000" sldId="282"/>
            <ac:spMk id="12" creationId="{EBC32776-E57C-C05A-4DE0-B1E77001EFAD}"/>
          </ac:spMkLst>
        </pc:spChg>
        <pc:picChg chg="add mod">
          <ac:chgData name="Sergi Renau Seguer" userId="45fb22c6cbbaaa4b" providerId="LiveId" clId="{4D31C7AB-CDC5-42E1-B748-02F7302799F9}" dt="2025-10-05T08:25:30.029" v="911"/>
          <ac:picMkLst>
            <pc:docMk/>
            <pc:sldMk cId="1446902000" sldId="282"/>
            <ac:picMk id="6" creationId="{6A237B80-2D5F-8204-E149-E3B9A6B46267}"/>
          </ac:picMkLst>
        </pc:picChg>
      </pc:sldChg>
      <pc:sldChg chg="addSp delSp modSp add mod">
        <pc:chgData name="Sergi Renau Seguer" userId="45fb22c6cbbaaa4b" providerId="LiveId" clId="{4D31C7AB-CDC5-42E1-B748-02F7302799F9}" dt="2025-10-05T08:38:02.814" v="1086" actId="20577"/>
        <pc:sldMkLst>
          <pc:docMk/>
          <pc:sldMk cId="3388989152" sldId="283"/>
        </pc:sldMkLst>
        <pc:spChg chg="mod">
          <ac:chgData name="Sergi Renau Seguer" userId="45fb22c6cbbaaa4b" providerId="LiveId" clId="{4D31C7AB-CDC5-42E1-B748-02F7302799F9}" dt="2025-10-05T08:09:13.273" v="555" actId="20577"/>
          <ac:spMkLst>
            <pc:docMk/>
            <pc:sldMk cId="3388989152" sldId="283"/>
            <ac:spMk id="3" creationId="{5F49567E-3788-7D74-0797-D745E04E3F24}"/>
          </ac:spMkLst>
        </pc:spChg>
        <pc:spChg chg="add mod">
          <ac:chgData name="Sergi Renau Seguer" userId="45fb22c6cbbaaa4b" providerId="LiveId" clId="{4D31C7AB-CDC5-42E1-B748-02F7302799F9}" dt="2025-10-05T08:38:02.814" v="1086" actId="20577"/>
          <ac:spMkLst>
            <pc:docMk/>
            <pc:sldMk cId="3388989152" sldId="283"/>
            <ac:spMk id="8" creationId="{382DDB2E-C38A-80D6-B5C2-D0458B10313E}"/>
          </ac:spMkLst>
        </pc:spChg>
        <pc:spChg chg="mod">
          <ac:chgData name="Sergi Renau Seguer" userId="45fb22c6cbbaaa4b" providerId="LiveId" clId="{4D31C7AB-CDC5-42E1-B748-02F7302799F9}" dt="2025-10-05T08:06:55.134" v="541" actId="20577"/>
          <ac:spMkLst>
            <pc:docMk/>
            <pc:sldMk cId="3388989152" sldId="283"/>
            <ac:spMk id="12" creationId="{F9C7D45D-D52A-CEC2-0EAA-B795AD42EC24}"/>
          </ac:spMkLst>
        </pc:spChg>
        <pc:picChg chg="add mod">
          <ac:chgData name="Sergi Renau Seguer" userId="45fb22c6cbbaaa4b" providerId="LiveId" clId="{4D31C7AB-CDC5-42E1-B748-02F7302799F9}" dt="2025-10-05T08:26:52.560" v="930"/>
          <ac:picMkLst>
            <pc:docMk/>
            <pc:sldMk cId="3388989152" sldId="283"/>
            <ac:picMk id="7" creationId="{B73994B8-FF29-ABE3-746B-347DCC48F20D}"/>
          </ac:picMkLst>
        </pc:picChg>
      </pc:sldChg>
      <pc:sldChg chg="addSp delSp modSp add mod">
        <pc:chgData name="Sergi Renau Seguer" userId="45fb22c6cbbaaa4b" providerId="LiveId" clId="{4D31C7AB-CDC5-42E1-B748-02F7302799F9}" dt="2025-10-06T09:17:44.845" v="2702" actId="20577"/>
        <pc:sldMkLst>
          <pc:docMk/>
          <pc:sldMk cId="3528066353" sldId="284"/>
        </pc:sldMkLst>
        <pc:spChg chg="mod">
          <ac:chgData name="Sergi Renau Seguer" userId="45fb22c6cbbaaa4b" providerId="LiveId" clId="{4D31C7AB-CDC5-42E1-B748-02F7302799F9}" dt="2025-10-05T08:09:53.031" v="566" actId="20577"/>
          <ac:spMkLst>
            <pc:docMk/>
            <pc:sldMk cId="3528066353" sldId="284"/>
            <ac:spMk id="3" creationId="{6A8C4F6B-95CD-15FD-B353-FCF16C010EB9}"/>
          </ac:spMkLst>
        </pc:spChg>
        <pc:spChg chg="add mod">
          <ac:chgData name="Sergi Renau Seguer" userId="45fb22c6cbbaaa4b" providerId="LiveId" clId="{4D31C7AB-CDC5-42E1-B748-02F7302799F9}" dt="2025-10-06T09:17:44.845" v="2702" actId="20577"/>
          <ac:spMkLst>
            <pc:docMk/>
            <pc:sldMk cId="3528066353" sldId="284"/>
            <ac:spMk id="8" creationId="{82937E9B-4332-5068-86C7-E075D0070687}"/>
          </ac:spMkLst>
        </pc:spChg>
        <pc:spChg chg="mod">
          <ac:chgData name="Sergi Renau Seguer" userId="45fb22c6cbbaaa4b" providerId="LiveId" clId="{4D31C7AB-CDC5-42E1-B748-02F7302799F9}" dt="2025-10-05T08:10:05.835" v="585" actId="20577"/>
          <ac:spMkLst>
            <pc:docMk/>
            <pc:sldMk cId="3528066353" sldId="284"/>
            <ac:spMk id="12" creationId="{684BA5A2-0B71-BB35-4631-1062BC8892EB}"/>
          </ac:spMkLst>
        </pc:spChg>
        <pc:picChg chg="add mod">
          <ac:chgData name="Sergi Renau Seguer" userId="45fb22c6cbbaaa4b" providerId="LiveId" clId="{4D31C7AB-CDC5-42E1-B748-02F7302799F9}" dt="2025-10-05T08:27:29.237" v="937"/>
          <ac:picMkLst>
            <pc:docMk/>
            <pc:sldMk cId="3528066353" sldId="284"/>
            <ac:picMk id="6" creationId="{DF822A4C-4F2E-0F00-65B7-3A9525299237}"/>
          </ac:picMkLst>
        </pc:picChg>
      </pc:sldChg>
      <pc:sldChg chg="addSp delSp modSp add mod">
        <pc:chgData name="Sergi Renau Seguer" userId="45fb22c6cbbaaa4b" providerId="LiveId" clId="{4D31C7AB-CDC5-42E1-B748-02F7302799F9}" dt="2025-10-05T08:40:47.246" v="1168" actId="20577"/>
        <pc:sldMkLst>
          <pc:docMk/>
          <pc:sldMk cId="692924412" sldId="285"/>
        </pc:sldMkLst>
        <pc:spChg chg="mod">
          <ac:chgData name="Sergi Renau Seguer" userId="45fb22c6cbbaaa4b" providerId="LiveId" clId="{4D31C7AB-CDC5-42E1-B748-02F7302799F9}" dt="2025-10-05T08:10:56.027" v="601" actId="20577"/>
          <ac:spMkLst>
            <pc:docMk/>
            <pc:sldMk cId="692924412" sldId="285"/>
            <ac:spMk id="3" creationId="{A1AC754C-8919-636D-6A96-82C2E9D5E899}"/>
          </ac:spMkLst>
        </pc:spChg>
        <pc:spChg chg="add mod">
          <ac:chgData name="Sergi Renau Seguer" userId="45fb22c6cbbaaa4b" providerId="LiveId" clId="{4D31C7AB-CDC5-42E1-B748-02F7302799F9}" dt="2025-10-05T08:40:47.246" v="1168" actId="20577"/>
          <ac:spMkLst>
            <pc:docMk/>
            <pc:sldMk cId="692924412" sldId="285"/>
            <ac:spMk id="8" creationId="{F2F8EC0D-F2C4-74FD-3041-3EE16312B0E0}"/>
          </ac:spMkLst>
        </pc:spChg>
        <pc:spChg chg="mod">
          <ac:chgData name="Sergi Renau Seguer" userId="45fb22c6cbbaaa4b" providerId="LiveId" clId="{4D31C7AB-CDC5-42E1-B748-02F7302799F9}" dt="2025-10-05T08:11:09.197" v="616" actId="20577"/>
          <ac:spMkLst>
            <pc:docMk/>
            <pc:sldMk cId="692924412" sldId="285"/>
            <ac:spMk id="12" creationId="{B2411AD0-DC5B-B010-11F8-8B55911A677B}"/>
          </ac:spMkLst>
        </pc:spChg>
        <pc:picChg chg="add mod">
          <ac:chgData name="Sergi Renau Seguer" userId="45fb22c6cbbaaa4b" providerId="LiveId" clId="{4D31C7AB-CDC5-42E1-B748-02F7302799F9}" dt="2025-10-05T08:28:27.357" v="945"/>
          <ac:picMkLst>
            <pc:docMk/>
            <pc:sldMk cId="692924412" sldId="285"/>
            <ac:picMk id="7" creationId="{5C9B296C-937D-178C-5CA2-012EDB19A5BC}"/>
          </ac:picMkLst>
        </pc:picChg>
      </pc:sldChg>
      <pc:sldChg chg="addSp delSp modSp add mod">
        <pc:chgData name="Sergi Renau Seguer" userId="45fb22c6cbbaaa4b" providerId="LiveId" clId="{4D31C7AB-CDC5-42E1-B748-02F7302799F9}" dt="2025-10-05T08:41:23.446" v="1217" actId="20577"/>
        <pc:sldMkLst>
          <pc:docMk/>
          <pc:sldMk cId="4086609979" sldId="286"/>
        </pc:sldMkLst>
        <pc:spChg chg="mod">
          <ac:chgData name="Sergi Renau Seguer" userId="45fb22c6cbbaaa4b" providerId="LiveId" clId="{4D31C7AB-CDC5-42E1-B748-02F7302799F9}" dt="2025-10-05T08:11:49.336" v="631" actId="20577"/>
          <ac:spMkLst>
            <pc:docMk/>
            <pc:sldMk cId="4086609979" sldId="286"/>
            <ac:spMk id="3" creationId="{ECCF7863-F07F-6D6B-516F-DC2F226EC91D}"/>
          </ac:spMkLst>
        </pc:spChg>
        <pc:spChg chg="add mod">
          <ac:chgData name="Sergi Renau Seguer" userId="45fb22c6cbbaaa4b" providerId="LiveId" clId="{4D31C7AB-CDC5-42E1-B748-02F7302799F9}" dt="2025-10-05T08:41:23.446" v="1217" actId="20577"/>
          <ac:spMkLst>
            <pc:docMk/>
            <pc:sldMk cId="4086609979" sldId="286"/>
            <ac:spMk id="9" creationId="{A07F9FD3-883D-AA0A-166D-3A217309EC64}"/>
          </ac:spMkLst>
        </pc:spChg>
        <pc:spChg chg="mod">
          <ac:chgData name="Sergi Renau Seguer" userId="45fb22c6cbbaaa4b" providerId="LiveId" clId="{4D31C7AB-CDC5-42E1-B748-02F7302799F9}" dt="2025-10-05T08:13:05.575" v="649" actId="27636"/>
          <ac:spMkLst>
            <pc:docMk/>
            <pc:sldMk cId="4086609979" sldId="286"/>
            <ac:spMk id="12" creationId="{ADB8DA03-7D20-FC4C-125A-1C7E940E7F31}"/>
          </ac:spMkLst>
        </pc:spChg>
        <pc:picChg chg="add mod">
          <ac:chgData name="Sergi Renau Seguer" userId="45fb22c6cbbaaa4b" providerId="LiveId" clId="{4D31C7AB-CDC5-42E1-B748-02F7302799F9}" dt="2025-10-05T08:29:00.206" v="952"/>
          <ac:picMkLst>
            <pc:docMk/>
            <pc:sldMk cId="4086609979" sldId="286"/>
            <ac:picMk id="5" creationId="{4416AFF9-A02F-4520-EC10-BC3680765874}"/>
          </ac:picMkLst>
        </pc:picChg>
      </pc:sldChg>
      <pc:sldChg chg="addSp delSp modSp add mod">
        <pc:chgData name="Sergi Renau Seguer" userId="45fb22c6cbbaaa4b" providerId="LiveId" clId="{4D31C7AB-CDC5-42E1-B748-02F7302799F9}" dt="2025-10-05T08:42:04.731" v="1244" actId="20577"/>
        <pc:sldMkLst>
          <pc:docMk/>
          <pc:sldMk cId="228944777" sldId="287"/>
        </pc:sldMkLst>
        <pc:spChg chg="add del mod">
          <ac:chgData name="Sergi Renau Seguer" userId="45fb22c6cbbaaa4b" providerId="LiveId" clId="{4D31C7AB-CDC5-42E1-B748-02F7302799F9}" dt="2025-10-05T08:29:32.752" v="963" actId="26606"/>
          <ac:spMkLst>
            <pc:docMk/>
            <pc:sldMk cId="228944777" sldId="287"/>
            <ac:spMk id="3" creationId="{88FCF412-7A6B-7179-D5FE-835F6CB3CAA2}"/>
          </ac:spMkLst>
        </pc:spChg>
        <pc:spChg chg="add mod">
          <ac:chgData name="Sergi Renau Seguer" userId="45fb22c6cbbaaa4b" providerId="LiveId" clId="{4D31C7AB-CDC5-42E1-B748-02F7302799F9}" dt="2025-10-05T08:42:04.731" v="1244" actId="20577"/>
          <ac:spMkLst>
            <pc:docMk/>
            <pc:sldMk cId="228944777" sldId="287"/>
            <ac:spMk id="7" creationId="{47B2659F-2B3C-1CF9-5E24-EED68AC521B2}"/>
          </ac:spMkLst>
        </pc:spChg>
        <pc:spChg chg="mod">
          <ac:chgData name="Sergi Renau Seguer" userId="45fb22c6cbbaaa4b" providerId="LiveId" clId="{4D31C7AB-CDC5-42E1-B748-02F7302799F9}" dt="2025-10-05T08:13:01.193" v="647" actId="27636"/>
          <ac:spMkLst>
            <pc:docMk/>
            <pc:sldMk cId="228944777" sldId="287"/>
            <ac:spMk id="12" creationId="{8BACE838-D1DA-B1FD-81F7-4A5B67BEEA8E}"/>
          </ac:spMkLst>
        </pc:spChg>
        <pc:picChg chg="add mod">
          <ac:chgData name="Sergi Renau Seguer" userId="45fb22c6cbbaaa4b" providerId="LiveId" clId="{4D31C7AB-CDC5-42E1-B748-02F7302799F9}" dt="2025-10-05T08:29:32.752" v="963" actId="26606"/>
          <ac:picMkLst>
            <pc:docMk/>
            <pc:sldMk cId="228944777" sldId="287"/>
            <ac:picMk id="8" creationId="{2097883A-6E10-5687-9A99-1DE267B4B6D5}"/>
          </ac:picMkLst>
        </pc:picChg>
      </pc:sldChg>
      <pc:sldChg chg="addSp delSp modSp add mod">
        <pc:chgData name="Sergi Renau Seguer" userId="45fb22c6cbbaaa4b" providerId="LiveId" clId="{4D31C7AB-CDC5-42E1-B748-02F7302799F9}" dt="2025-10-05T08:42:30.043" v="1271" actId="20577"/>
        <pc:sldMkLst>
          <pc:docMk/>
          <pc:sldMk cId="3945516168" sldId="288"/>
        </pc:sldMkLst>
        <pc:spChg chg="mod">
          <ac:chgData name="Sergi Renau Seguer" userId="45fb22c6cbbaaa4b" providerId="LiveId" clId="{4D31C7AB-CDC5-42E1-B748-02F7302799F9}" dt="2025-10-05T08:14:26.124" v="680" actId="20577"/>
          <ac:spMkLst>
            <pc:docMk/>
            <pc:sldMk cId="3945516168" sldId="288"/>
            <ac:spMk id="3" creationId="{4CAE0C02-8B53-3459-451C-FF4472199203}"/>
          </ac:spMkLst>
        </pc:spChg>
        <pc:spChg chg="add mod">
          <ac:chgData name="Sergi Renau Seguer" userId="45fb22c6cbbaaa4b" providerId="LiveId" clId="{4D31C7AB-CDC5-42E1-B748-02F7302799F9}" dt="2025-10-05T08:42:30.043" v="1271" actId="20577"/>
          <ac:spMkLst>
            <pc:docMk/>
            <pc:sldMk cId="3945516168" sldId="288"/>
            <ac:spMk id="8" creationId="{C00E145F-4476-9E7F-E0C9-C2194FAE32E6}"/>
          </ac:spMkLst>
        </pc:spChg>
        <pc:spChg chg="mod">
          <ac:chgData name="Sergi Renau Seguer" userId="45fb22c6cbbaaa4b" providerId="LiveId" clId="{4D31C7AB-CDC5-42E1-B748-02F7302799F9}" dt="2025-10-05T08:13:54.361" v="665"/>
          <ac:spMkLst>
            <pc:docMk/>
            <pc:sldMk cId="3945516168" sldId="288"/>
            <ac:spMk id="12" creationId="{D44FDB99-8D78-69DC-6857-C75396FDBDF4}"/>
          </ac:spMkLst>
        </pc:spChg>
        <pc:picChg chg="add mod">
          <ac:chgData name="Sergi Renau Seguer" userId="45fb22c6cbbaaa4b" providerId="LiveId" clId="{4D31C7AB-CDC5-42E1-B748-02F7302799F9}" dt="2025-10-05T08:30:00.985" v="972"/>
          <ac:picMkLst>
            <pc:docMk/>
            <pc:sldMk cId="3945516168" sldId="288"/>
            <ac:picMk id="6" creationId="{2AAEF785-34EB-3524-DFEA-E331F32F69FF}"/>
          </ac:picMkLst>
        </pc:picChg>
      </pc:sldChg>
      <pc:sldChg chg="addSp delSp modSp add mod">
        <pc:chgData name="Sergi Renau Seguer" userId="45fb22c6cbbaaa4b" providerId="LiveId" clId="{4D31C7AB-CDC5-42E1-B748-02F7302799F9}" dt="2025-10-06T09:18:08.299" v="2716" actId="20577"/>
        <pc:sldMkLst>
          <pc:docMk/>
          <pc:sldMk cId="2475232757" sldId="289"/>
        </pc:sldMkLst>
        <pc:spChg chg="add del mod">
          <ac:chgData name="Sergi Renau Seguer" userId="45fb22c6cbbaaa4b" providerId="LiveId" clId="{4D31C7AB-CDC5-42E1-B748-02F7302799F9}" dt="2025-10-05T08:30:34.494" v="982" actId="26606"/>
          <ac:spMkLst>
            <pc:docMk/>
            <pc:sldMk cId="2475232757" sldId="289"/>
            <ac:spMk id="3" creationId="{53A548A0-6482-B4AB-27CD-D2AB4B2F4B56}"/>
          </ac:spMkLst>
        </pc:spChg>
        <pc:spChg chg="add mod">
          <ac:chgData name="Sergi Renau Seguer" userId="45fb22c6cbbaaa4b" providerId="LiveId" clId="{4D31C7AB-CDC5-42E1-B748-02F7302799F9}" dt="2025-10-06T09:18:08.299" v="2716" actId="20577"/>
          <ac:spMkLst>
            <pc:docMk/>
            <pc:sldMk cId="2475232757" sldId="289"/>
            <ac:spMk id="8" creationId="{C49A8A62-3439-42D5-DB65-3F7D4AE68894}"/>
          </ac:spMkLst>
        </pc:spChg>
        <pc:spChg chg="mod">
          <ac:chgData name="Sergi Renau Seguer" userId="45fb22c6cbbaaa4b" providerId="LiveId" clId="{4D31C7AB-CDC5-42E1-B748-02F7302799F9}" dt="2025-10-05T08:14:38.025" v="688" actId="20577"/>
          <ac:spMkLst>
            <pc:docMk/>
            <pc:sldMk cId="2475232757" sldId="289"/>
            <ac:spMk id="12" creationId="{FA06647E-549B-74BC-2BDE-5C243BBA7E34}"/>
          </ac:spMkLst>
        </pc:spChg>
        <pc:picChg chg="add mod">
          <ac:chgData name="Sergi Renau Seguer" userId="45fb22c6cbbaaa4b" providerId="LiveId" clId="{4D31C7AB-CDC5-42E1-B748-02F7302799F9}" dt="2025-10-05T08:30:34.494" v="982" actId="26606"/>
          <ac:picMkLst>
            <pc:docMk/>
            <pc:sldMk cId="2475232757" sldId="289"/>
            <ac:picMk id="7" creationId="{A305F560-AA9F-4BE5-8985-F3002696E4EE}"/>
          </ac:picMkLst>
        </pc:picChg>
      </pc:sldChg>
      <pc:sldChg chg="addSp modSp add mod">
        <pc:chgData name="Sergi Renau Seguer" userId="45fb22c6cbbaaa4b" providerId="LiveId" clId="{4D31C7AB-CDC5-42E1-B748-02F7302799F9}" dt="2025-10-07T16:19:06.323" v="2747" actId="20577"/>
        <pc:sldMkLst>
          <pc:docMk/>
          <pc:sldMk cId="2077334358" sldId="290"/>
        </pc:sldMkLst>
        <pc:spChg chg="mod">
          <ac:chgData name="Sergi Renau Seguer" userId="45fb22c6cbbaaa4b" providerId="LiveId" clId="{4D31C7AB-CDC5-42E1-B748-02F7302799F9}" dt="2025-10-05T08:16:14.870" v="724" actId="20577"/>
          <ac:spMkLst>
            <pc:docMk/>
            <pc:sldMk cId="2077334358" sldId="290"/>
            <ac:spMk id="3" creationId="{A57F074A-DB01-0F8E-7E24-48EAFB9DB47F}"/>
          </ac:spMkLst>
        </pc:spChg>
        <pc:spChg chg="add mod">
          <ac:chgData name="Sergi Renau Seguer" userId="45fb22c6cbbaaa4b" providerId="LiveId" clId="{4D31C7AB-CDC5-42E1-B748-02F7302799F9}" dt="2025-10-07T16:19:06.323" v="2747" actId="20577"/>
          <ac:spMkLst>
            <pc:docMk/>
            <pc:sldMk cId="2077334358" sldId="290"/>
            <ac:spMk id="5" creationId="{150DDA23-F0B3-13DC-CAF1-B91B6DEDE182}"/>
          </ac:spMkLst>
        </pc:spChg>
        <pc:spChg chg="mod">
          <ac:chgData name="Sergi Renau Seguer" userId="45fb22c6cbbaaa4b" providerId="LiveId" clId="{4D31C7AB-CDC5-42E1-B748-02F7302799F9}" dt="2025-10-05T08:15:26.930" v="714" actId="20577"/>
          <ac:spMkLst>
            <pc:docMk/>
            <pc:sldMk cId="2077334358" sldId="290"/>
            <ac:spMk id="12" creationId="{F5C7D940-6A56-460A-6C6B-7C5DC051F7AB}"/>
          </ac:spMkLst>
        </pc:spChg>
        <pc:picChg chg="add mod">
          <ac:chgData name="Sergi Renau Seguer" userId="45fb22c6cbbaaa4b" providerId="LiveId" clId="{4D31C7AB-CDC5-42E1-B748-02F7302799F9}" dt="2025-10-05T08:31:13.240" v="989"/>
          <ac:picMkLst>
            <pc:docMk/>
            <pc:sldMk cId="2077334358" sldId="290"/>
            <ac:picMk id="6" creationId="{92C5D477-2E7B-2408-DF17-5E79B6682A4D}"/>
          </ac:picMkLst>
        </pc:picChg>
      </pc:sldChg>
      <pc:sldChg chg="addSp modSp add mod">
        <pc:chgData name="Sergi Renau Seguer" userId="45fb22c6cbbaaa4b" providerId="LiveId" clId="{4D31C7AB-CDC5-42E1-B748-02F7302799F9}" dt="2025-10-05T08:22:08.529" v="897" actId="1076"/>
        <pc:sldMkLst>
          <pc:docMk/>
          <pc:sldMk cId="484638497" sldId="291"/>
        </pc:sldMkLst>
        <pc:spChg chg="mod">
          <ac:chgData name="Sergi Renau Seguer" userId="45fb22c6cbbaaa4b" providerId="LiveId" clId="{4D31C7AB-CDC5-42E1-B748-02F7302799F9}" dt="2025-10-05T08:21:45.236" v="893" actId="20577"/>
          <ac:spMkLst>
            <pc:docMk/>
            <pc:sldMk cId="484638497" sldId="291"/>
            <ac:spMk id="3" creationId="{B3AEC126-6C29-98E1-4328-FAEBB577B124}"/>
          </ac:spMkLst>
        </pc:spChg>
        <pc:spChg chg="mod">
          <ac:chgData name="Sergi Renau Seguer" userId="45fb22c6cbbaaa4b" providerId="LiveId" clId="{4D31C7AB-CDC5-42E1-B748-02F7302799F9}" dt="2025-10-05T08:17:05.448" v="756" actId="20577"/>
          <ac:spMkLst>
            <pc:docMk/>
            <pc:sldMk cId="484638497" sldId="291"/>
            <ac:spMk id="12" creationId="{584EF61B-EE13-C991-9159-2ADA0CB4846F}"/>
          </ac:spMkLst>
        </pc:spChg>
        <pc:picChg chg="add mod modCrop">
          <ac:chgData name="Sergi Renau Seguer" userId="45fb22c6cbbaaa4b" providerId="LiveId" clId="{4D31C7AB-CDC5-42E1-B748-02F7302799F9}" dt="2025-10-05T08:22:08.529" v="897" actId="1076"/>
          <ac:picMkLst>
            <pc:docMk/>
            <pc:sldMk cId="484638497" sldId="291"/>
            <ac:picMk id="6" creationId="{6CBBA007-0A67-ED88-15B6-21BC8BBB4E27}"/>
          </ac:picMkLst>
        </pc:picChg>
      </pc:sldChg>
      <pc:sldChg chg="add del setBg">
        <pc:chgData name="Sergi Renau Seguer" userId="45fb22c6cbbaaa4b" providerId="LiveId" clId="{4D31C7AB-CDC5-42E1-B748-02F7302799F9}" dt="2025-10-05T08:40:28.031" v="1150"/>
        <pc:sldMkLst>
          <pc:docMk/>
          <pc:sldMk cId="2463132273" sldId="292"/>
        </pc:sldMkLst>
      </pc:sldChg>
      <pc:sldChg chg="addSp modSp add mod ord">
        <pc:chgData name="Sergi Renau Seguer" userId="45fb22c6cbbaaa4b" providerId="LiveId" clId="{4D31C7AB-CDC5-42E1-B748-02F7302799F9}" dt="2025-10-05T08:54:34.607" v="1492" actId="20577"/>
        <pc:sldMkLst>
          <pc:docMk/>
          <pc:sldMk cId="3464683773" sldId="292"/>
        </pc:sldMkLst>
        <pc:spChg chg="mod">
          <ac:chgData name="Sergi Renau Seguer" userId="45fb22c6cbbaaa4b" providerId="LiveId" clId="{4D31C7AB-CDC5-42E1-B748-02F7302799F9}" dt="2025-10-05T08:54:34.607" v="1492" actId="20577"/>
          <ac:spMkLst>
            <pc:docMk/>
            <pc:sldMk cId="3464683773" sldId="292"/>
            <ac:spMk id="3" creationId="{C658D9B9-7DB2-07D3-6668-65E6B06E3073}"/>
          </ac:spMkLst>
        </pc:spChg>
        <pc:spChg chg="mod">
          <ac:chgData name="Sergi Renau Seguer" userId="45fb22c6cbbaaa4b" providerId="LiveId" clId="{4D31C7AB-CDC5-42E1-B748-02F7302799F9}" dt="2025-10-05T08:47:09.599" v="1383" actId="27636"/>
          <ac:spMkLst>
            <pc:docMk/>
            <pc:sldMk cId="3464683773" sldId="292"/>
            <ac:spMk id="12" creationId="{99AFD78B-4D19-4861-6757-0B984A736B18}"/>
          </ac:spMkLst>
        </pc:spChg>
      </pc:sldChg>
      <pc:sldChg chg="addSp modSp add mod">
        <pc:chgData name="Sergi Renau Seguer" userId="45fb22c6cbbaaa4b" providerId="LiveId" clId="{4D31C7AB-CDC5-42E1-B748-02F7302799F9}" dt="2025-10-05T09:47:49.090" v="1754" actId="20577"/>
        <pc:sldMkLst>
          <pc:docMk/>
          <pc:sldMk cId="2190793050" sldId="293"/>
        </pc:sldMkLst>
        <pc:spChg chg="add mod">
          <ac:chgData name="Sergi Renau Seguer" userId="45fb22c6cbbaaa4b" providerId="LiveId" clId="{4D31C7AB-CDC5-42E1-B748-02F7302799F9}" dt="2025-10-05T08:56:03.062" v="1509" actId="207"/>
          <ac:spMkLst>
            <pc:docMk/>
            <pc:sldMk cId="2190793050" sldId="293"/>
            <ac:spMk id="2" creationId="{C8A6A67A-3C2F-C331-723A-E12B5D6F4D68}"/>
          </ac:spMkLst>
        </pc:spChg>
        <pc:spChg chg="mod">
          <ac:chgData name="Sergi Renau Seguer" userId="45fb22c6cbbaaa4b" providerId="LiveId" clId="{4D31C7AB-CDC5-42E1-B748-02F7302799F9}" dt="2025-10-05T09:47:49.090" v="1754" actId="20577"/>
          <ac:spMkLst>
            <pc:docMk/>
            <pc:sldMk cId="2190793050" sldId="293"/>
            <ac:spMk id="3" creationId="{B20144B8-FF94-6777-6F18-7D3EED23EF00}"/>
          </ac:spMkLst>
        </pc:spChg>
        <pc:spChg chg="mod">
          <ac:chgData name="Sergi Renau Seguer" userId="45fb22c6cbbaaa4b" providerId="LiveId" clId="{4D31C7AB-CDC5-42E1-B748-02F7302799F9}" dt="2025-10-05T08:57:50.544" v="1518" actId="20577"/>
          <ac:spMkLst>
            <pc:docMk/>
            <pc:sldMk cId="2190793050" sldId="293"/>
            <ac:spMk id="12" creationId="{C4551033-C4ED-8814-6A1D-A98C0106DAD5}"/>
          </ac:spMkLst>
        </pc:spChg>
        <pc:picChg chg="add mod">
          <ac:chgData name="Sergi Renau Seguer" userId="45fb22c6cbbaaa4b" providerId="LiveId" clId="{4D31C7AB-CDC5-42E1-B748-02F7302799F9}" dt="2025-10-05T09:05:07.594" v="1588"/>
          <ac:picMkLst>
            <pc:docMk/>
            <pc:sldMk cId="2190793050" sldId="293"/>
            <ac:picMk id="5" creationId="{C784F1CD-6397-39E6-E4D8-9C4228FCD116}"/>
          </ac:picMkLst>
        </pc:picChg>
      </pc:sldChg>
      <pc:sldChg chg="addSp modSp add mod">
        <pc:chgData name="Sergi Renau Seguer" userId="45fb22c6cbbaaa4b" providerId="LiveId" clId="{4D31C7AB-CDC5-42E1-B748-02F7302799F9}" dt="2025-10-05T09:48:21.419" v="1813" actId="20577"/>
        <pc:sldMkLst>
          <pc:docMk/>
          <pc:sldMk cId="1838361653" sldId="294"/>
        </pc:sldMkLst>
        <pc:spChg chg="mod">
          <ac:chgData name="Sergi Renau Seguer" userId="45fb22c6cbbaaa4b" providerId="LiveId" clId="{4D31C7AB-CDC5-42E1-B748-02F7302799F9}" dt="2025-10-05T09:48:21.419" v="1813" actId="20577"/>
          <ac:spMkLst>
            <pc:docMk/>
            <pc:sldMk cId="1838361653" sldId="294"/>
            <ac:spMk id="3" creationId="{050B9A17-2FAF-2710-2C70-DFA2883259AA}"/>
          </ac:spMkLst>
        </pc:spChg>
        <pc:spChg chg="mod">
          <ac:chgData name="Sergi Renau Seguer" userId="45fb22c6cbbaaa4b" providerId="LiveId" clId="{4D31C7AB-CDC5-42E1-B748-02F7302799F9}" dt="2025-10-05T09:02:27.394" v="1533" actId="20577"/>
          <ac:spMkLst>
            <pc:docMk/>
            <pc:sldMk cId="1838361653" sldId="294"/>
            <ac:spMk id="12" creationId="{4279B9E6-3AEB-EE59-3BCD-359A81AAB459}"/>
          </ac:spMkLst>
        </pc:spChg>
        <pc:picChg chg="add mod">
          <ac:chgData name="Sergi Renau Seguer" userId="45fb22c6cbbaaa4b" providerId="LiveId" clId="{4D31C7AB-CDC5-42E1-B748-02F7302799F9}" dt="2025-10-05T09:01:24.568" v="1525" actId="1076"/>
          <ac:picMkLst>
            <pc:docMk/>
            <pc:sldMk cId="1838361653" sldId="294"/>
            <ac:picMk id="6" creationId="{D6402C6A-5C7E-5F34-2016-A02C35480B81}"/>
          </ac:picMkLst>
        </pc:picChg>
      </pc:sldChg>
      <pc:sldChg chg="addSp delSp modSp add mod">
        <pc:chgData name="Sergi Renau Seguer" userId="45fb22c6cbbaaa4b" providerId="LiveId" clId="{4D31C7AB-CDC5-42E1-B748-02F7302799F9}" dt="2025-10-05T09:50:02.581" v="1903" actId="20577"/>
        <pc:sldMkLst>
          <pc:docMk/>
          <pc:sldMk cId="1012113210" sldId="295"/>
        </pc:sldMkLst>
        <pc:spChg chg="mod">
          <ac:chgData name="Sergi Renau Seguer" userId="45fb22c6cbbaaa4b" providerId="LiveId" clId="{4D31C7AB-CDC5-42E1-B748-02F7302799F9}" dt="2025-10-05T09:50:02.581" v="1903" actId="20577"/>
          <ac:spMkLst>
            <pc:docMk/>
            <pc:sldMk cId="1012113210" sldId="295"/>
            <ac:spMk id="3" creationId="{8A8EFC51-989E-231C-8250-543739BF2901}"/>
          </ac:spMkLst>
        </pc:spChg>
        <pc:spChg chg="mod">
          <ac:chgData name="Sergi Renau Seguer" userId="45fb22c6cbbaaa4b" providerId="LiveId" clId="{4D31C7AB-CDC5-42E1-B748-02F7302799F9}" dt="2025-10-05T09:03:20.883" v="1557" actId="20577"/>
          <ac:spMkLst>
            <pc:docMk/>
            <pc:sldMk cId="1012113210" sldId="295"/>
            <ac:spMk id="12" creationId="{6FEA100A-73DE-3EC6-C34E-F89953B12831}"/>
          </ac:spMkLst>
        </pc:spChg>
        <pc:picChg chg="add mod">
          <ac:chgData name="Sergi Renau Seguer" userId="45fb22c6cbbaaa4b" providerId="LiveId" clId="{4D31C7AB-CDC5-42E1-B748-02F7302799F9}" dt="2025-10-05T09:03:11.290" v="1543"/>
          <ac:picMkLst>
            <pc:docMk/>
            <pc:sldMk cId="1012113210" sldId="295"/>
            <ac:picMk id="8" creationId="{638014FD-93F3-E59F-C3CD-39205E810008}"/>
          </ac:picMkLst>
        </pc:picChg>
      </pc:sldChg>
      <pc:sldChg chg="addSp delSp modSp add mod">
        <pc:chgData name="Sergi Renau Seguer" userId="45fb22c6cbbaaa4b" providerId="LiveId" clId="{4D31C7AB-CDC5-42E1-B748-02F7302799F9}" dt="2025-10-05T09:50:41.029" v="1946" actId="20577"/>
        <pc:sldMkLst>
          <pc:docMk/>
          <pc:sldMk cId="2152377894" sldId="296"/>
        </pc:sldMkLst>
        <pc:spChg chg="mod">
          <ac:chgData name="Sergi Renau Seguer" userId="45fb22c6cbbaaa4b" providerId="LiveId" clId="{4D31C7AB-CDC5-42E1-B748-02F7302799F9}" dt="2025-10-05T09:50:41.029" v="1946" actId="20577"/>
          <ac:spMkLst>
            <pc:docMk/>
            <pc:sldMk cId="2152377894" sldId="296"/>
            <ac:spMk id="3" creationId="{4F61A8A2-B694-1B23-A6A4-90B2E69F3512}"/>
          </ac:spMkLst>
        </pc:spChg>
        <pc:spChg chg="mod">
          <ac:chgData name="Sergi Renau Seguer" userId="45fb22c6cbbaaa4b" providerId="LiveId" clId="{4D31C7AB-CDC5-42E1-B748-02F7302799F9}" dt="2025-10-05T09:04:29.716" v="1577" actId="20577"/>
          <ac:spMkLst>
            <pc:docMk/>
            <pc:sldMk cId="2152377894" sldId="296"/>
            <ac:spMk id="12" creationId="{D546B4A5-A8D7-F482-C9D9-D6B1F66A2D0F}"/>
          </ac:spMkLst>
        </pc:spChg>
        <pc:picChg chg="add mod">
          <ac:chgData name="Sergi Renau Seguer" userId="45fb22c6cbbaaa4b" providerId="LiveId" clId="{4D31C7AB-CDC5-42E1-B748-02F7302799F9}" dt="2025-10-05T09:04:16.508" v="1567"/>
          <ac:picMkLst>
            <pc:docMk/>
            <pc:sldMk cId="2152377894" sldId="296"/>
            <ac:picMk id="7" creationId="{FCAF7AF8-71DF-E7B6-0541-9E3403170523}"/>
          </ac:picMkLst>
        </pc:picChg>
      </pc:sldChg>
      <pc:sldChg chg="addSp delSp modSp add mod">
        <pc:chgData name="Sergi Renau Seguer" userId="45fb22c6cbbaaa4b" providerId="LiveId" clId="{4D31C7AB-CDC5-42E1-B748-02F7302799F9}" dt="2025-10-05T09:51:19.212" v="1983" actId="20577"/>
        <pc:sldMkLst>
          <pc:docMk/>
          <pc:sldMk cId="834676461" sldId="297"/>
        </pc:sldMkLst>
        <pc:spChg chg="mod">
          <ac:chgData name="Sergi Renau Seguer" userId="45fb22c6cbbaaa4b" providerId="LiveId" clId="{4D31C7AB-CDC5-42E1-B748-02F7302799F9}" dt="2025-10-05T09:51:19.212" v="1983" actId="20577"/>
          <ac:spMkLst>
            <pc:docMk/>
            <pc:sldMk cId="834676461" sldId="297"/>
            <ac:spMk id="3" creationId="{14DF21F0-B6DF-B9FA-4442-022F837EF083}"/>
          </ac:spMkLst>
        </pc:spChg>
        <pc:spChg chg="mod">
          <ac:chgData name="Sergi Renau Seguer" userId="45fb22c6cbbaaa4b" providerId="LiveId" clId="{4D31C7AB-CDC5-42E1-B748-02F7302799F9}" dt="2025-10-05T09:05:41.955" v="1606" actId="20577"/>
          <ac:spMkLst>
            <pc:docMk/>
            <pc:sldMk cId="834676461" sldId="297"/>
            <ac:spMk id="12" creationId="{2B474C9E-2293-2238-3746-CB89C52BA063}"/>
          </ac:spMkLst>
        </pc:spChg>
        <pc:picChg chg="add mod">
          <ac:chgData name="Sergi Renau Seguer" userId="45fb22c6cbbaaa4b" providerId="LiveId" clId="{4D31C7AB-CDC5-42E1-B748-02F7302799F9}" dt="2025-10-05T09:05:35.631" v="1597"/>
          <ac:picMkLst>
            <pc:docMk/>
            <pc:sldMk cId="834676461" sldId="297"/>
            <ac:picMk id="13" creationId="{4EF28D17-9067-8151-7DB9-0FC808C2C593}"/>
          </ac:picMkLst>
        </pc:picChg>
      </pc:sldChg>
      <pc:sldChg chg="addSp delSp modSp add mod">
        <pc:chgData name="Sergi Renau Seguer" userId="45fb22c6cbbaaa4b" providerId="LiveId" clId="{4D31C7AB-CDC5-42E1-B748-02F7302799F9}" dt="2025-10-05T09:51:52.254" v="2020" actId="20577"/>
        <pc:sldMkLst>
          <pc:docMk/>
          <pc:sldMk cId="1431973297" sldId="298"/>
        </pc:sldMkLst>
        <pc:spChg chg="mod">
          <ac:chgData name="Sergi Renau Seguer" userId="45fb22c6cbbaaa4b" providerId="LiveId" clId="{4D31C7AB-CDC5-42E1-B748-02F7302799F9}" dt="2025-10-05T09:51:52.254" v="2020" actId="20577"/>
          <ac:spMkLst>
            <pc:docMk/>
            <pc:sldMk cId="1431973297" sldId="298"/>
            <ac:spMk id="3" creationId="{134B7069-5490-8474-BE1B-C62BC0C70B92}"/>
          </ac:spMkLst>
        </pc:spChg>
        <pc:spChg chg="mod">
          <ac:chgData name="Sergi Renau Seguer" userId="45fb22c6cbbaaa4b" providerId="LiveId" clId="{4D31C7AB-CDC5-42E1-B748-02F7302799F9}" dt="2025-10-05T09:06:48.213" v="1628" actId="20577"/>
          <ac:spMkLst>
            <pc:docMk/>
            <pc:sldMk cId="1431973297" sldId="298"/>
            <ac:spMk id="12" creationId="{9F142A90-7E95-98A0-195E-97C95799854F}"/>
          </ac:spMkLst>
        </pc:spChg>
        <pc:picChg chg="add mod">
          <ac:chgData name="Sergi Renau Seguer" userId="45fb22c6cbbaaa4b" providerId="LiveId" clId="{4D31C7AB-CDC5-42E1-B748-02F7302799F9}" dt="2025-10-05T09:06:42.296" v="1614"/>
          <ac:picMkLst>
            <pc:docMk/>
            <pc:sldMk cId="1431973297" sldId="298"/>
            <ac:picMk id="7" creationId="{62D4BF83-DDD2-1A5B-553D-BEFDB4D44BF2}"/>
          </ac:picMkLst>
        </pc:picChg>
      </pc:sldChg>
      <pc:sldChg chg="addSp delSp modSp add mod">
        <pc:chgData name="Sergi Renau Seguer" userId="45fb22c6cbbaaa4b" providerId="LiveId" clId="{4D31C7AB-CDC5-42E1-B748-02F7302799F9}" dt="2025-10-05T09:52:20.638" v="2063" actId="313"/>
        <pc:sldMkLst>
          <pc:docMk/>
          <pc:sldMk cId="107644841" sldId="299"/>
        </pc:sldMkLst>
        <pc:spChg chg="mod">
          <ac:chgData name="Sergi Renau Seguer" userId="45fb22c6cbbaaa4b" providerId="LiveId" clId="{4D31C7AB-CDC5-42E1-B748-02F7302799F9}" dt="2025-10-05T09:52:20.638" v="2063" actId="313"/>
          <ac:spMkLst>
            <pc:docMk/>
            <pc:sldMk cId="107644841" sldId="299"/>
            <ac:spMk id="3" creationId="{E5D4621C-7F29-BF43-0300-EC2A3C830DC1}"/>
          </ac:spMkLst>
        </pc:spChg>
        <pc:spChg chg="mod">
          <ac:chgData name="Sergi Renau Seguer" userId="45fb22c6cbbaaa4b" providerId="LiveId" clId="{4D31C7AB-CDC5-42E1-B748-02F7302799F9}" dt="2025-10-05T09:07:49.350" v="1653" actId="20577"/>
          <ac:spMkLst>
            <pc:docMk/>
            <pc:sldMk cId="107644841" sldId="299"/>
            <ac:spMk id="12" creationId="{8197D9A7-3963-424A-9934-BA397B34D1CF}"/>
          </ac:spMkLst>
        </pc:spChg>
        <pc:picChg chg="add mod">
          <ac:chgData name="Sergi Renau Seguer" userId="45fb22c6cbbaaa4b" providerId="LiveId" clId="{4D31C7AB-CDC5-42E1-B748-02F7302799F9}" dt="2025-10-05T09:07:41.992" v="1638"/>
          <ac:picMkLst>
            <pc:docMk/>
            <pc:sldMk cId="107644841" sldId="299"/>
            <ac:picMk id="8" creationId="{4C7EACFD-ADB6-016F-0BA1-3D2F05DD2EB3}"/>
          </ac:picMkLst>
        </pc:picChg>
      </pc:sldChg>
      <pc:sldChg chg="addSp delSp modSp add mod">
        <pc:chgData name="Sergi Renau Seguer" userId="45fb22c6cbbaaa4b" providerId="LiveId" clId="{4D31C7AB-CDC5-42E1-B748-02F7302799F9}" dt="2025-10-05T09:52:43.297" v="2097" actId="20577"/>
        <pc:sldMkLst>
          <pc:docMk/>
          <pc:sldMk cId="1394008662" sldId="300"/>
        </pc:sldMkLst>
        <pc:spChg chg="mod">
          <ac:chgData name="Sergi Renau Seguer" userId="45fb22c6cbbaaa4b" providerId="LiveId" clId="{4D31C7AB-CDC5-42E1-B748-02F7302799F9}" dt="2025-10-05T09:52:43.297" v="2097" actId="20577"/>
          <ac:spMkLst>
            <pc:docMk/>
            <pc:sldMk cId="1394008662" sldId="300"/>
            <ac:spMk id="3" creationId="{77150A8D-210C-5044-E6B7-8295085BD999}"/>
          </ac:spMkLst>
        </pc:spChg>
        <pc:spChg chg="mod">
          <ac:chgData name="Sergi Renau Seguer" userId="45fb22c6cbbaaa4b" providerId="LiveId" clId="{4D31C7AB-CDC5-42E1-B748-02F7302799F9}" dt="2025-10-05T09:08:23.872" v="1674" actId="20577"/>
          <ac:spMkLst>
            <pc:docMk/>
            <pc:sldMk cId="1394008662" sldId="300"/>
            <ac:spMk id="12" creationId="{C6E6F4E7-8C4E-0861-99A7-5B9950AC7138}"/>
          </ac:spMkLst>
        </pc:spChg>
        <pc:picChg chg="add mod">
          <ac:chgData name="Sergi Renau Seguer" userId="45fb22c6cbbaaa4b" providerId="LiveId" clId="{4D31C7AB-CDC5-42E1-B748-02F7302799F9}" dt="2025-10-05T09:08:17.209" v="1661"/>
          <ac:picMkLst>
            <pc:docMk/>
            <pc:sldMk cId="1394008662" sldId="300"/>
            <ac:picMk id="7" creationId="{7A80C399-4A60-A285-FE48-A4537003B63C}"/>
          </ac:picMkLst>
        </pc:picChg>
      </pc:sldChg>
      <pc:sldChg chg="addSp delSp modSp add mod">
        <pc:chgData name="Sergi Renau Seguer" userId="45fb22c6cbbaaa4b" providerId="LiveId" clId="{4D31C7AB-CDC5-42E1-B748-02F7302799F9}" dt="2025-10-05T09:53:03.472" v="2142" actId="20577"/>
        <pc:sldMkLst>
          <pc:docMk/>
          <pc:sldMk cId="3282432518" sldId="301"/>
        </pc:sldMkLst>
        <pc:spChg chg="mod">
          <ac:chgData name="Sergi Renau Seguer" userId="45fb22c6cbbaaa4b" providerId="LiveId" clId="{4D31C7AB-CDC5-42E1-B748-02F7302799F9}" dt="2025-10-05T09:53:03.472" v="2142" actId="20577"/>
          <ac:spMkLst>
            <pc:docMk/>
            <pc:sldMk cId="3282432518" sldId="301"/>
            <ac:spMk id="3" creationId="{69A7C16D-9E4F-1236-AADE-C89F3E4C1061}"/>
          </ac:spMkLst>
        </pc:spChg>
        <pc:spChg chg="mod">
          <ac:chgData name="Sergi Renau Seguer" userId="45fb22c6cbbaaa4b" providerId="LiveId" clId="{4D31C7AB-CDC5-42E1-B748-02F7302799F9}" dt="2025-10-05T09:08:56.469" v="1701" actId="20577"/>
          <ac:spMkLst>
            <pc:docMk/>
            <pc:sldMk cId="3282432518" sldId="301"/>
            <ac:spMk id="12" creationId="{821327C7-F171-7A6C-DE62-87E53775EDDD}"/>
          </ac:spMkLst>
        </pc:spChg>
        <pc:picChg chg="add mod">
          <ac:chgData name="Sergi Renau Seguer" userId="45fb22c6cbbaaa4b" providerId="LiveId" clId="{4D31C7AB-CDC5-42E1-B748-02F7302799F9}" dt="2025-10-05T09:08:48.828" v="1683"/>
          <ac:picMkLst>
            <pc:docMk/>
            <pc:sldMk cId="3282432518" sldId="301"/>
            <ac:picMk id="8" creationId="{BC1F7B9E-895B-0813-C88F-C33BCA46A626}"/>
          </ac:picMkLst>
        </pc:picChg>
      </pc:sldChg>
      <pc:sldChg chg="addSp delSp modSp add mod">
        <pc:chgData name="Sergi Renau Seguer" userId="45fb22c6cbbaaa4b" providerId="LiveId" clId="{4D31C7AB-CDC5-42E1-B748-02F7302799F9}" dt="2025-10-05T09:53:25.714" v="2190" actId="20577"/>
        <pc:sldMkLst>
          <pc:docMk/>
          <pc:sldMk cId="3306266305" sldId="302"/>
        </pc:sldMkLst>
        <pc:spChg chg="mod">
          <ac:chgData name="Sergi Renau Seguer" userId="45fb22c6cbbaaa4b" providerId="LiveId" clId="{4D31C7AB-CDC5-42E1-B748-02F7302799F9}" dt="2025-10-05T09:53:25.714" v="2190" actId="20577"/>
          <ac:spMkLst>
            <pc:docMk/>
            <pc:sldMk cId="3306266305" sldId="302"/>
            <ac:spMk id="3" creationId="{21955D4A-369D-7FA7-4B19-4039386534C6}"/>
          </ac:spMkLst>
        </pc:spChg>
        <pc:spChg chg="mod">
          <ac:chgData name="Sergi Renau Seguer" userId="45fb22c6cbbaaa4b" providerId="LiveId" clId="{4D31C7AB-CDC5-42E1-B748-02F7302799F9}" dt="2025-10-05T09:10:04.025" v="1715" actId="20577"/>
          <ac:spMkLst>
            <pc:docMk/>
            <pc:sldMk cId="3306266305" sldId="302"/>
            <ac:spMk id="12" creationId="{25655781-F9E1-D720-378C-C120E1A47022}"/>
          </ac:spMkLst>
        </pc:spChg>
        <pc:picChg chg="add mod">
          <ac:chgData name="Sergi Renau Seguer" userId="45fb22c6cbbaaa4b" providerId="LiveId" clId="{4D31C7AB-CDC5-42E1-B748-02F7302799F9}" dt="2025-10-05T09:09:23.085" v="1709"/>
          <ac:picMkLst>
            <pc:docMk/>
            <pc:sldMk cId="3306266305" sldId="302"/>
            <ac:picMk id="7" creationId="{781F4D87-501D-5C14-B17C-56FAE96102F0}"/>
          </ac:picMkLst>
        </pc:picChg>
      </pc:sldChg>
      <pc:sldChg chg="delSp modSp add mod">
        <pc:chgData name="Sergi Renau Seguer" userId="45fb22c6cbbaaa4b" providerId="LiveId" clId="{4D31C7AB-CDC5-42E1-B748-02F7302799F9}" dt="2025-10-07T16:19:25.328" v="2767" actId="20577"/>
        <pc:sldMkLst>
          <pc:docMk/>
          <pc:sldMk cId="3190234549" sldId="303"/>
        </pc:sldMkLst>
        <pc:spChg chg="mod">
          <ac:chgData name="Sergi Renau Seguer" userId="45fb22c6cbbaaa4b" providerId="LiveId" clId="{4D31C7AB-CDC5-42E1-B748-02F7302799F9}" dt="2025-10-07T16:19:25.328" v="2767" actId="20577"/>
          <ac:spMkLst>
            <pc:docMk/>
            <pc:sldMk cId="3190234549" sldId="303"/>
            <ac:spMk id="3" creationId="{CCE4CDCC-321D-05E4-A7A8-1B6CE89E356D}"/>
          </ac:spMkLst>
        </pc:spChg>
        <pc:spChg chg="mod">
          <ac:chgData name="Sergi Renau Seguer" userId="45fb22c6cbbaaa4b" providerId="LiveId" clId="{4D31C7AB-CDC5-42E1-B748-02F7302799F9}" dt="2025-10-05T10:08:35.074" v="2223" actId="20577"/>
          <ac:spMkLst>
            <pc:docMk/>
            <pc:sldMk cId="3190234549" sldId="303"/>
            <ac:spMk id="12" creationId="{CD4659EE-2AA4-CFB8-BC40-04585A5F05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0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92281" y="527459"/>
            <a:ext cx="7918803" cy="30443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Anàlisi</a:t>
            </a: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exploratòria</a:t>
            </a: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les </a:t>
            </a:r>
            <a:r>
              <a:rPr lang="en-US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dades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E84723-B7E8-0646-CDA7-B9395CEF4263}"/>
              </a:ext>
            </a:extLst>
          </p:cNvPr>
          <p:cNvSpPr txBox="1"/>
          <p:nvPr/>
        </p:nvSpPr>
        <p:spPr>
          <a:xfrm>
            <a:off x="2164648" y="3589024"/>
            <a:ext cx="5075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ca-ES" dirty="0">
                <a:solidFill>
                  <a:schemeClr val="bg1">
                    <a:lumMod val="95000"/>
                  </a:schemeClr>
                </a:solidFill>
              </a:rPr>
              <a:t>Projecte MEMD — Informe preliminar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21234-7818-D459-21F9-17553296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78FCDE2-1E32-A1DF-291D-E1BF3B929EE4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1EAC3-BFB5-0462-ABF3-C015F10BC07F}"/>
              </a:ext>
            </a:extLst>
          </p:cNvPr>
          <p:cNvSpPr txBox="1"/>
          <p:nvPr/>
        </p:nvSpPr>
        <p:spPr>
          <a:xfrm>
            <a:off x="1950720" y="1175201"/>
            <a:ext cx="6675120" cy="5520239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1. </a:t>
            </a:r>
            <a:r>
              <a:rPr lang="en-US" sz="1600" dirty="0" err="1">
                <a:solidFill>
                  <a:schemeClr val="tx2"/>
                </a:solidFill>
              </a:rPr>
              <a:t>Qualitat</a:t>
            </a:r>
            <a:r>
              <a:rPr lang="en-US" sz="1600" dirty="0">
                <a:solidFill>
                  <a:schemeClr val="tx2"/>
                </a:solidFill>
              </a:rPr>
              <a:t> de les </a:t>
            </a:r>
            <a:r>
              <a:rPr lang="en-US" sz="1600" dirty="0" err="1">
                <a:solidFill>
                  <a:schemeClr val="tx2"/>
                </a:solidFill>
              </a:rPr>
              <a:t>dades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2. Variables </a:t>
            </a:r>
            <a:r>
              <a:rPr lang="en-US" sz="1600" dirty="0" err="1">
                <a:solidFill>
                  <a:schemeClr val="tx2"/>
                </a:solidFill>
              </a:rPr>
              <a:t>numèriques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3. Variables </a:t>
            </a:r>
            <a:r>
              <a:rPr lang="en-US" sz="1600" dirty="0" err="1">
                <a:solidFill>
                  <a:schemeClr val="tx2"/>
                </a:solidFill>
              </a:rPr>
              <a:t>categòriques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4. Valors </a:t>
            </a:r>
            <a:r>
              <a:rPr lang="en-US" sz="1600" dirty="0" err="1">
                <a:solidFill>
                  <a:schemeClr val="tx2"/>
                </a:solidFill>
              </a:rPr>
              <a:t>perduts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tractament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5. Conclusions </a:t>
            </a:r>
            <a:r>
              <a:rPr lang="en-US" sz="1600" dirty="0" err="1">
                <a:solidFill>
                  <a:schemeClr val="tx2"/>
                </a:solidFill>
              </a:rPr>
              <a:t>preliminars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E3906F0-4745-F5E1-DFC0-33AE13F7F801}"/>
              </a:ext>
            </a:extLst>
          </p:cNvPr>
          <p:cNvSpPr txBox="1"/>
          <p:nvPr/>
        </p:nvSpPr>
        <p:spPr>
          <a:xfrm>
            <a:off x="1992282" y="-273089"/>
            <a:ext cx="6288117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Índex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0B30E4-B2D9-BFCE-5ED4-95C57BBC5E69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70333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65C3B-362C-38F7-8BFD-2DCD7BD6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E27D6CD-55F9-92D7-3FEF-EC29B00B4381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D43E3-99E1-6B28-A0F7-29A3387231FD}"/>
              </a:ext>
            </a:extLst>
          </p:cNvPr>
          <p:cNvSpPr txBox="1"/>
          <p:nvPr/>
        </p:nvSpPr>
        <p:spPr>
          <a:xfrm>
            <a:off x="1950720" y="1175201"/>
            <a:ext cx="6675120" cy="5520239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Hi ha 24 variables (11 </a:t>
            </a:r>
            <a:r>
              <a:rPr lang="en-US" sz="1600" dirty="0" err="1">
                <a:solidFill>
                  <a:schemeClr val="tx2"/>
                </a:solidFill>
              </a:rPr>
              <a:t>numèriques</a:t>
            </a:r>
            <a:r>
              <a:rPr lang="en-US" sz="1600" dirty="0">
                <a:solidFill>
                  <a:schemeClr val="tx2"/>
                </a:solidFill>
              </a:rPr>
              <a:t> I 12 </a:t>
            </a:r>
            <a:r>
              <a:rPr lang="en-US" sz="1600" dirty="0" err="1">
                <a:solidFill>
                  <a:schemeClr val="tx2"/>
                </a:solidFill>
              </a:rPr>
              <a:t>categòriques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‘ID’ </a:t>
            </a:r>
            <a:r>
              <a:rPr lang="en-US" sz="1600" dirty="0" err="1">
                <a:solidFill>
                  <a:schemeClr val="tx2"/>
                </a:solidFill>
              </a:rPr>
              <a:t>i</a:t>
            </a:r>
            <a:r>
              <a:rPr lang="en-US" sz="1600" dirty="0">
                <a:solidFill>
                  <a:schemeClr val="tx2"/>
                </a:solidFill>
              </a:rPr>
              <a:t> ‘Surname’ no </a:t>
            </a:r>
            <a:r>
              <a:rPr lang="en-US" sz="1600" dirty="0" err="1">
                <a:solidFill>
                  <a:schemeClr val="tx2"/>
                </a:solidFill>
              </a:rPr>
              <a:t>són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útils</a:t>
            </a:r>
            <a:r>
              <a:rPr lang="en-US" sz="1600" dirty="0">
                <a:solidFill>
                  <a:schemeClr val="tx2"/>
                </a:solidFill>
              </a:rPr>
              <a:t> per </a:t>
            </a:r>
            <a:r>
              <a:rPr lang="en-US" sz="1600" dirty="0" err="1">
                <a:solidFill>
                  <a:schemeClr val="tx2"/>
                </a:solidFill>
              </a:rPr>
              <a:t>l’estudi</a:t>
            </a:r>
            <a:endParaRPr lang="en-US" sz="1600" dirty="0">
              <a:solidFill>
                <a:schemeClr val="tx2"/>
              </a:solidFill>
            </a:endParaRP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Una variable </a:t>
            </a:r>
            <a:r>
              <a:rPr lang="en-US" sz="1600" dirty="0" err="1">
                <a:solidFill>
                  <a:schemeClr val="tx2"/>
                </a:solidFill>
              </a:rPr>
              <a:t>és</a:t>
            </a:r>
            <a:r>
              <a:rPr lang="en-US" sz="1600" dirty="0">
                <a:solidFill>
                  <a:schemeClr val="tx2"/>
                </a:solidFill>
              </a:rPr>
              <a:t> la </a:t>
            </a:r>
            <a:r>
              <a:rPr lang="en-US" sz="1600" dirty="0" err="1">
                <a:solidFill>
                  <a:schemeClr val="tx2"/>
                </a:solidFill>
              </a:rPr>
              <a:t>binària</a:t>
            </a:r>
            <a:r>
              <a:rPr lang="en-US" sz="1600" dirty="0">
                <a:solidFill>
                  <a:schemeClr val="tx2"/>
                </a:solidFill>
              </a:rPr>
              <a:t> ‘Exited’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No hi ha cap entrada </a:t>
            </a:r>
            <a:r>
              <a:rPr lang="en-US" sz="1600" dirty="0" err="1">
                <a:solidFill>
                  <a:schemeClr val="tx2"/>
                </a:solidFill>
              </a:rPr>
              <a:t>duplicada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Hi ha un 30% de NAs a </a:t>
            </a:r>
            <a:r>
              <a:rPr lang="en-US" sz="1600" dirty="0" err="1">
                <a:solidFill>
                  <a:schemeClr val="tx2"/>
                </a:solidFill>
              </a:rPr>
              <a:t>cada</a:t>
            </a:r>
            <a:r>
              <a:rPr lang="en-US" sz="1600" dirty="0">
                <a:solidFill>
                  <a:schemeClr val="tx2"/>
                </a:solidFill>
              </a:rPr>
              <a:t> variable (</a:t>
            </a:r>
            <a:r>
              <a:rPr lang="en-US" sz="1600" dirty="0" err="1">
                <a:solidFill>
                  <a:schemeClr val="tx2"/>
                </a:solidFill>
              </a:rPr>
              <a:t>menys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en</a:t>
            </a:r>
            <a:r>
              <a:rPr lang="en-US" sz="1600" dirty="0">
                <a:solidFill>
                  <a:schemeClr val="tx2"/>
                </a:solidFill>
              </a:rPr>
              <a:t> ‘Exited’)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Hi ha 128 </a:t>
            </a:r>
            <a:r>
              <a:rPr lang="en-US" sz="1600" dirty="0" err="1">
                <a:solidFill>
                  <a:schemeClr val="tx2"/>
                </a:solidFill>
              </a:rPr>
              <a:t>entrades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amb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més</a:t>
            </a:r>
            <a:r>
              <a:rPr lang="en-US" sz="1600" dirty="0">
                <a:solidFill>
                  <a:schemeClr val="tx2"/>
                </a:solidFill>
              </a:rPr>
              <a:t> d’un 50% de NAs</a:t>
            </a: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Alguna</a:t>
            </a:r>
            <a:r>
              <a:rPr lang="en-US" sz="1600" dirty="0">
                <a:solidFill>
                  <a:schemeClr val="tx2"/>
                </a:solidFill>
              </a:rPr>
              <a:t> entrada </a:t>
            </a:r>
            <a:r>
              <a:rPr lang="en-US" sz="1600" dirty="0" err="1">
                <a:solidFill>
                  <a:schemeClr val="tx2"/>
                </a:solidFill>
              </a:rPr>
              <a:t>té</a:t>
            </a:r>
            <a:r>
              <a:rPr lang="en-US" sz="1600" dirty="0">
                <a:solidFill>
                  <a:schemeClr val="tx2"/>
                </a:solidFill>
              </a:rPr>
              <a:t> fins a 14 NAs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Totes les </a:t>
            </a:r>
            <a:r>
              <a:rPr lang="en-US" sz="1600" dirty="0" err="1">
                <a:solidFill>
                  <a:schemeClr val="tx2"/>
                </a:solidFill>
              </a:rPr>
              <a:t>entrades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tenen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algun</a:t>
            </a:r>
            <a:r>
              <a:rPr lang="en-US" sz="1600" dirty="0">
                <a:solidFill>
                  <a:schemeClr val="tx2"/>
                </a:solidFill>
              </a:rPr>
              <a:t> NA</a:t>
            </a: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Eliminant ‘ID’ I ‘Surname’ hi ha </a:t>
            </a:r>
            <a:r>
              <a:rPr lang="en-US" sz="1600" dirty="0" err="1">
                <a:solidFill>
                  <a:schemeClr val="tx2"/>
                </a:solidFill>
              </a:rPr>
              <a:t>una</a:t>
            </a:r>
            <a:r>
              <a:rPr lang="en-US" sz="1600" dirty="0">
                <a:solidFill>
                  <a:schemeClr val="tx2"/>
                </a:solidFill>
              </a:rPr>
              <a:t> entrada sense NA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43DBCD7-DF9F-8199-0803-0F69EA8691F2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Qualitat</a:t>
            </a:r>
            <a:r>
              <a:rPr lang="en-US" sz="4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les </a:t>
            </a: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dades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884C4F-E398-5587-FD5F-14D0272BDA03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96632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A02F5-782D-9CD0-F549-73E30223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C2BDA9F-09A5-A501-4C84-6BFB3422D7FA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B5641-351D-71FC-467E-59FDB6837AF9}"/>
              </a:ext>
            </a:extLst>
          </p:cNvPr>
          <p:cNvSpPr txBox="1"/>
          <p:nvPr/>
        </p:nvSpPr>
        <p:spPr>
          <a:xfrm>
            <a:off x="1950720" y="1175201"/>
            <a:ext cx="6675120" cy="5520239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Tenure: Anys com a client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NetPromoterScore</a:t>
            </a:r>
            <a:r>
              <a:rPr lang="en-US" sz="1600" dirty="0">
                <a:solidFill>
                  <a:schemeClr val="tx2"/>
                </a:solidFill>
              </a:rPr>
              <a:t>: Escala de </a:t>
            </a:r>
            <a:r>
              <a:rPr lang="en-US" sz="1600" dirty="0" err="1">
                <a:solidFill>
                  <a:schemeClr val="tx2"/>
                </a:solidFill>
              </a:rPr>
              <a:t>satisfacció</a:t>
            </a:r>
            <a:r>
              <a:rPr lang="en-US" sz="1600" dirty="0">
                <a:solidFill>
                  <a:schemeClr val="tx2"/>
                </a:solidFill>
              </a:rPr>
              <a:t> (0-10)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Transaction Frequency: Nombre de </a:t>
            </a:r>
            <a:r>
              <a:rPr lang="en-US" sz="1600" dirty="0" err="1">
                <a:solidFill>
                  <a:schemeClr val="tx2"/>
                </a:solidFill>
              </a:rPr>
              <a:t>transaccions</a:t>
            </a:r>
            <a:r>
              <a:rPr lang="en-US" sz="1600" dirty="0">
                <a:solidFill>
                  <a:schemeClr val="tx2"/>
                </a:solidFill>
              </a:rPr>
              <a:t> per </a:t>
            </a:r>
            <a:r>
              <a:rPr lang="en-US" sz="1600" dirty="0" err="1">
                <a:solidFill>
                  <a:schemeClr val="tx2"/>
                </a:solidFill>
              </a:rPr>
              <a:t>mes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Age: </a:t>
            </a:r>
            <a:r>
              <a:rPr lang="en-US" sz="1600" dirty="0" err="1">
                <a:solidFill>
                  <a:schemeClr val="tx2"/>
                </a:solidFill>
              </a:rPr>
              <a:t>Edat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ComplaintsCount</a:t>
            </a:r>
            <a:r>
              <a:rPr lang="en-US" sz="1600" dirty="0">
                <a:solidFill>
                  <a:schemeClr val="tx2"/>
                </a:solidFill>
              </a:rPr>
              <a:t>: </a:t>
            </a:r>
            <a:r>
              <a:rPr lang="en-US" sz="1600" dirty="0" err="1">
                <a:solidFill>
                  <a:schemeClr val="tx2"/>
                </a:solidFill>
              </a:rPr>
              <a:t>Reclamacions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l’últim</a:t>
            </a:r>
            <a:r>
              <a:rPr lang="en-US" sz="1600" dirty="0">
                <a:solidFill>
                  <a:schemeClr val="tx2"/>
                </a:solidFill>
              </a:rPr>
              <a:t> any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Estimated Salary: </a:t>
            </a:r>
            <a:r>
              <a:rPr lang="en-US" sz="1600" dirty="0" err="1">
                <a:solidFill>
                  <a:schemeClr val="tx2"/>
                </a:solidFill>
              </a:rPr>
              <a:t>Ingrés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anual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AvgTransactionAmount</a:t>
            </a:r>
            <a:r>
              <a:rPr lang="en-US" sz="1600" dirty="0">
                <a:solidFill>
                  <a:schemeClr val="tx2"/>
                </a:solidFill>
              </a:rPr>
              <a:t>: </a:t>
            </a:r>
            <a:r>
              <a:rPr lang="en-US" sz="1600" dirty="0" err="1">
                <a:solidFill>
                  <a:schemeClr val="tx2"/>
                </a:solidFill>
              </a:rPr>
              <a:t>Quantitat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promitja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d’una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transacció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DigitalEngagementScore</a:t>
            </a:r>
            <a:r>
              <a:rPr lang="en-US" sz="1600" dirty="0">
                <a:solidFill>
                  <a:schemeClr val="tx2"/>
                </a:solidFill>
              </a:rPr>
              <a:t>: </a:t>
            </a:r>
            <a:r>
              <a:rPr lang="en-US" sz="1600" dirty="0" err="1">
                <a:solidFill>
                  <a:schemeClr val="tx2"/>
                </a:solidFill>
              </a:rPr>
              <a:t>Índex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d’ús</a:t>
            </a:r>
            <a:r>
              <a:rPr lang="en-US" sz="1600" dirty="0">
                <a:solidFill>
                  <a:schemeClr val="tx2"/>
                </a:solidFill>
              </a:rPr>
              <a:t> digital (0-100)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CreditScore</a:t>
            </a:r>
            <a:r>
              <a:rPr lang="en-US" sz="1600" dirty="0">
                <a:solidFill>
                  <a:schemeClr val="tx2"/>
                </a:solidFill>
              </a:rPr>
              <a:t>: </a:t>
            </a:r>
            <a:r>
              <a:rPr lang="en-US" sz="1600" dirty="0" err="1">
                <a:solidFill>
                  <a:schemeClr val="tx2"/>
                </a:solidFill>
              </a:rPr>
              <a:t>Puntuació</a:t>
            </a:r>
            <a:r>
              <a:rPr lang="en-US" sz="1600" dirty="0">
                <a:solidFill>
                  <a:schemeClr val="tx2"/>
                </a:solidFill>
              </a:rPr>
              <a:t> ¿?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Balance: Diners actuals al </a:t>
            </a:r>
            <a:r>
              <a:rPr lang="en-US" sz="1600" dirty="0" err="1">
                <a:solidFill>
                  <a:schemeClr val="tx2"/>
                </a:solidFill>
              </a:rPr>
              <a:t>compte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NumOfProducts</a:t>
            </a:r>
            <a:r>
              <a:rPr lang="en-US" sz="1600" dirty="0">
                <a:solidFill>
                  <a:schemeClr val="tx2"/>
                </a:solidFill>
              </a:rPr>
              <a:t>: Nombre de </a:t>
            </a:r>
            <a:r>
              <a:rPr lang="en-US" sz="1600" dirty="0" err="1">
                <a:solidFill>
                  <a:schemeClr val="tx2"/>
                </a:solidFill>
              </a:rPr>
              <a:t>productes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contractats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AAE6995D-1C58-CC3B-27CE-8655083D5B60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numèriques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0ABDDD-6234-53F0-82FF-B7CEED149C43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0614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5A6EF-20D5-803B-B2FB-5CA20C52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C293C12-016B-6CBE-37EF-902A63B3C5CA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C2C13-9F71-27BF-FCFA-3C5C5A076E50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9C614-64B1-D656-2500-7383019F29A4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5.02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2.89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5.02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2.97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0 - 10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0.01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-1.15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0.04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ECAD6A8-CA84-A627-8E7D-95D162DB38A1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Tenure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41287E-BDFE-A350-1183-ACDBCC4CE844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B79CD6-B032-AE92-B66C-622D78578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175" y="3794846"/>
            <a:ext cx="3867150" cy="269960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77F9E18-271C-B182-7577-35B462CA0B5C}"/>
              </a:ext>
            </a:extLst>
          </p:cNvPr>
          <p:cNvSpPr txBox="1"/>
          <p:nvPr/>
        </p:nvSpPr>
        <p:spPr>
          <a:xfrm>
            <a:off x="6007261" y="3794846"/>
            <a:ext cx="2951544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Distribució plana</a:t>
            </a:r>
          </a:p>
        </p:txBody>
      </p:sp>
    </p:spTree>
    <p:extLst>
      <p:ext uri="{BB962C8B-B14F-4D97-AF65-F5344CB8AC3E}">
        <p14:creationId xmlns:p14="http://schemas.microsoft.com/office/powerpoint/2010/main" val="3561946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E6639-843B-81EB-66FF-10A59E50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09B795-21D5-18B1-559D-5F44AB6DF972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2A16DB-8F6A-0B38-9213-113A7B059910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980A0-40C7-6F2F-BD7E-6D808BFE0E52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6.48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3.23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8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6.80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2.97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0 - 10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-0.66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-0.92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0.05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AFFB2E9-54B4-8D4B-D1AB-E2BE709D35C7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NetPromoterScore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A2C6455-28D3-1CCA-8C62-252CD8309602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0D9E383-13C9-0EA2-D5B3-20A3E20FE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175" y="3844484"/>
            <a:ext cx="3788631" cy="264997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55EEE59-D195-3689-5459-A954EF4F3A31}"/>
              </a:ext>
            </a:extLst>
          </p:cNvPr>
          <p:cNvSpPr txBox="1"/>
          <p:nvPr/>
        </p:nvSpPr>
        <p:spPr>
          <a:xfrm>
            <a:off x="5891515" y="3794846"/>
            <a:ext cx="2963118" cy="86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Lleugera asimetria negativa</a:t>
            </a:r>
          </a:p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Distribució prou plana</a:t>
            </a:r>
          </a:p>
        </p:txBody>
      </p:sp>
    </p:spTree>
    <p:extLst>
      <p:ext uri="{BB962C8B-B14F-4D97-AF65-F5344CB8AC3E}">
        <p14:creationId xmlns:p14="http://schemas.microsoft.com/office/powerpoint/2010/main" val="323506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0BA01-73E3-0433-892E-E0AFEE11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1F92D63-A54C-E8CC-D5A3-D9581456F460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546034-0EF5-7FE7-7D41-CB28A9020793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89D67-3179-914F-D2D2-2238BA04E74A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30.06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5.53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30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29.95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5.93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13 - 52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0.20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-0.03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0.08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EBC32776-E57C-C05A-4DE0-B1E77001EFAD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TransactionFrequency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AC7FDF6-0C8E-9D28-84A1-150701CEB4F4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237B80-2D5F-8204-E149-E3B9A6B4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20" y="3795250"/>
            <a:ext cx="3848120" cy="269158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E389749-621A-5319-229E-07EA32C39969}"/>
              </a:ext>
            </a:extLst>
          </p:cNvPr>
          <p:cNvSpPr txBox="1"/>
          <p:nvPr/>
        </p:nvSpPr>
        <p:spPr>
          <a:xfrm>
            <a:off x="5891515" y="3794846"/>
            <a:ext cx="296311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Distribució similar a la normal</a:t>
            </a:r>
          </a:p>
        </p:txBody>
      </p:sp>
    </p:spTree>
    <p:extLst>
      <p:ext uri="{BB962C8B-B14F-4D97-AF65-F5344CB8AC3E}">
        <p14:creationId xmlns:p14="http://schemas.microsoft.com/office/powerpoint/2010/main" val="144690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3392D-30D2-4E48-10E7-DFB9CAED3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5E3A7A9-96EB-1C9F-5E0B-11D8CBCFFEB4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EA8F9F-06D5-EF4B-9691-46BEB11E4DF3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9567E-3788-7D74-0797-D745E04E3F24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39.01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10.55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37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37.97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8.90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18 – 92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1.03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1.43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0.15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9C7D45D-D52A-CEC2-0EAA-B795AD42EC24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Age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87A25F4-65E0-4DC8-E8A7-A2235961A0C7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73994B8-FF29-ABE3-746B-347DCC48F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49" y="3795250"/>
            <a:ext cx="3819491" cy="267155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82DDB2E-C38A-80D6-B5C2-D0458B10313E}"/>
              </a:ext>
            </a:extLst>
          </p:cNvPr>
          <p:cNvSpPr txBox="1"/>
          <p:nvPr/>
        </p:nvSpPr>
        <p:spPr>
          <a:xfrm>
            <a:off x="5891515" y="3794846"/>
            <a:ext cx="296311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Lleugera asimetria positiva</a:t>
            </a:r>
          </a:p>
        </p:txBody>
      </p:sp>
    </p:spTree>
    <p:extLst>
      <p:ext uri="{BB962C8B-B14F-4D97-AF65-F5344CB8AC3E}">
        <p14:creationId xmlns:p14="http://schemas.microsoft.com/office/powerpoint/2010/main" val="338898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5FC48-82F0-8559-2952-63E43D55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AA239F2-2CDA-09A9-EDED-74B93B681D75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683EF0-8A2A-4A7B-8E17-0A8F05EB469C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C4F6B-95CD-15FD-B353-FCF16C010EB9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0.36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0.87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0.12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0.00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0 – 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2.81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8.07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0.01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684BA5A2-0B71-BB35-4631-1062BC8892EB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ComplaintsCount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DF915C-EFFE-739F-2B6F-33E79485981B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822A4C-4F2E-0F00-65B7-3A952529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83" y="3795250"/>
            <a:ext cx="3819491" cy="267155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2937E9B-4332-5068-86C7-E075D0070687}"/>
              </a:ext>
            </a:extLst>
          </p:cNvPr>
          <p:cNvSpPr txBox="1"/>
          <p:nvPr/>
        </p:nvSpPr>
        <p:spPr>
          <a:xfrm>
            <a:off x="5891515" y="3794846"/>
            <a:ext cx="2963118" cy="86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Forta asimetria negativa</a:t>
            </a:r>
          </a:p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 err="1">
                <a:solidFill>
                  <a:schemeClr val="tx2"/>
                </a:solidFill>
                <a:latin typeface="Calibri"/>
              </a:rPr>
              <a:t>Desbalancejat</a:t>
            </a:r>
            <a:endParaRPr lang="ca-ES" sz="1600" dirty="0">
              <a:solidFill>
                <a:schemeClr val="tx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806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0B6E5-28B8-A59B-DB95-1827A671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2071A9B-7E31-3328-DE67-471A41CFC7F1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BE140-EA3B-EC27-FFB5-417C6586EF71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C754C-8919-636D-6A96-82C2E9D5E899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100405.20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57303.02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100218.21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100387.65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73051.49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11.58 – 199862.75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0.00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-1.19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818.61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B2411AD0-DC5B-B010-11F8-8B55911A677B}"/>
              </a:ext>
            </a:extLst>
          </p:cNvPr>
          <p:cNvSpPr txBox="1"/>
          <p:nvPr/>
        </p:nvSpPr>
        <p:spPr>
          <a:xfrm>
            <a:off x="1992283" y="-273089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EstimatedSalary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C8D495D-E84C-6B3C-3AA9-09F5F8F51026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C9B296C-937D-178C-5CA2-012EDB19A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83" y="3795250"/>
            <a:ext cx="3819492" cy="267155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2F8EC0D-F2C4-74FD-3041-3EE16312B0E0}"/>
              </a:ext>
            </a:extLst>
          </p:cNvPr>
          <p:cNvSpPr txBox="1"/>
          <p:nvPr/>
        </p:nvSpPr>
        <p:spPr>
          <a:xfrm>
            <a:off x="5891515" y="3794846"/>
            <a:ext cx="296311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Distribució plana</a:t>
            </a:r>
          </a:p>
        </p:txBody>
      </p:sp>
    </p:spTree>
    <p:extLst>
      <p:ext uri="{BB962C8B-B14F-4D97-AF65-F5344CB8AC3E}">
        <p14:creationId xmlns:p14="http://schemas.microsoft.com/office/powerpoint/2010/main" val="692924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AF2B7-DCC2-99F7-EB61-26B15820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363D9AA-9075-B7CC-9A55-10F66A484847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070897-FBBF-A16A-66AC-A5BEFD0DEA49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F7863-F07F-6D6B-516F-DC2F226EC91D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111.35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58.50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98.60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103.85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47.41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19.60 – 581.79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1.58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4.15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0.84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ADB8DA03-7D20-FC4C-125A-1C7E940E7F31}"/>
              </a:ext>
            </a:extLst>
          </p:cNvPr>
          <p:cNvSpPr txBox="1"/>
          <p:nvPr/>
        </p:nvSpPr>
        <p:spPr>
          <a:xfrm>
            <a:off x="1992282" y="-273089"/>
            <a:ext cx="6308437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AvgTransactionAmount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1BFDCA-DA16-84BD-F285-65D81F31B3B1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16AFF9-A02F-4520-EC10-BC3680765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38" y="3795249"/>
            <a:ext cx="3819492" cy="267155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07F9FD3-883D-AA0A-166D-3A217309EC64}"/>
              </a:ext>
            </a:extLst>
          </p:cNvPr>
          <p:cNvSpPr txBox="1"/>
          <p:nvPr/>
        </p:nvSpPr>
        <p:spPr>
          <a:xfrm>
            <a:off x="5891515" y="3794846"/>
            <a:ext cx="296311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Molta asimetria positiva</a:t>
            </a:r>
          </a:p>
        </p:txBody>
      </p:sp>
    </p:spTree>
    <p:extLst>
      <p:ext uri="{BB962C8B-B14F-4D97-AF65-F5344CB8AC3E}">
        <p14:creationId xmlns:p14="http://schemas.microsoft.com/office/powerpoint/2010/main" val="4086609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C1F0F-E6AE-2239-D760-26607CA3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77EBC78-4D50-5188-108B-49708B526F91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82D05-288B-5465-BF90-646583395224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CF412-7A6B-7179-D5FE-835F6CB3CAA2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59.61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14.68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60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59.71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14.83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5 – 100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-0.09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-0.20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0.21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BACE838-D1DA-B1FD-81F7-4A5B67BEEA8E}"/>
              </a:ext>
            </a:extLst>
          </p:cNvPr>
          <p:cNvSpPr txBox="1"/>
          <p:nvPr/>
        </p:nvSpPr>
        <p:spPr>
          <a:xfrm>
            <a:off x="1992282" y="-273089"/>
            <a:ext cx="6288117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DigitalEngagementScore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425BD5E-1BCE-63DC-BDDB-29868321D556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097883A-6E10-5687-9A99-1DE267B4B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38" y="3828006"/>
            <a:ext cx="3772658" cy="263879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7B2659F-2B3C-1CF9-5E24-EED68AC521B2}"/>
              </a:ext>
            </a:extLst>
          </p:cNvPr>
          <p:cNvSpPr txBox="1"/>
          <p:nvPr/>
        </p:nvSpPr>
        <p:spPr>
          <a:xfrm>
            <a:off x="5891515" y="3794846"/>
            <a:ext cx="296311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Distribució molt simètrica</a:t>
            </a:r>
          </a:p>
        </p:txBody>
      </p:sp>
    </p:spTree>
    <p:extLst>
      <p:ext uri="{BB962C8B-B14F-4D97-AF65-F5344CB8AC3E}">
        <p14:creationId xmlns:p14="http://schemas.microsoft.com/office/powerpoint/2010/main" val="228944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83BD9-2A79-4777-00B0-97D3E75D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6C2AAF3-E1F9-896E-1AD0-8B40A893896B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56959-5586-7217-B278-61CF22739B7C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E0C02-8B53-3459-451C-FF4472199203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650.02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96.91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651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650.06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99.33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350 – 850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-0.04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-0.43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1.38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44FDB99-8D78-69DC-6857-C75396FDBDF4}"/>
              </a:ext>
            </a:extLst>
          </p:cNvPr>
          <p:cNvSpPr txBox="1"/>
          <p:nvPr/>
        </p:nvSpPr>
        <p:spPr>
          <a:xfrm>
            <a:off x="1992282" y="-273089"/>
            <a:ext cx="6288117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CreditScore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E388A52-00DE-AB8B-94AE-B371587BDF72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AEF785-34EB-3524-DFEA-E331F32F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38" y="3828006"/>
            <a:ext cx="3772658" cy="26387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00E145F-4476-9E7F-E0C9-C2194FAE32E6}"/>
              </a:ext>
            </a:extLst>
          </p:cNvPr>
          <p:cNvSpPr txBox="1"/>
          <p:nvPr/>
        </p:nvSpPr>
        <p:spPr>
          <a:xfrm>
            <a:off x="5891515" y="3794846"/>
            <a:ext cx="296311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Distribució prou simètrica</a:t>
            </a:r>
          </a:p>
        </p:txBody>
      </p:sp>
    </p:spTree>
    <p:extLst>
      <p:ext uri="{BB962C8B-B14F-4D97-AF65-F5344CB8AC3E}">
        <p14:creationId xmlns:p14="http://schemas.microsoft.com/office/powerpoint/2010/main" val="3945516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728B1-5EAB-53C1-7802-13EA3B76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F158385-F98A-7499-4E18-ED79F2CFE396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281B0-AD56-073C-3506-654AED9ED102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548A0-6482-B4AB-27CD-D2AB4B2F4B56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76732.72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62270.48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97575.53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75233.60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68331.84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0 – 250898.09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-0.16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-1.49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889.58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A06647E-549B-74BC-2BDE-5C243BBA7E34}"/>
              </a:ext>
            </a:extLst>
          </p:cNvPr>
          <p:cNvSpPr txBox="1"/>
          <p:nvPr/>
        </p:nvSpPr>
        <p:spPr>
          <a:xfrm>
            <a:off x="1992282" y="-273089"/>
            <a:ext cx="6288117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Balance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41CA3C6-E7B0-549E-2986-668B2CC8699C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305F560-AA9F-4BE5-8985-F3002696E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38" y="3828005"/>
            <a:ext cx="3772658" cy="26387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49A8A62-3439-42D5-DB65-3F7D4AE68894}"/>
              </a:ext>
            </a:extLst>
          </p:cNvPr>
          <p:cNvSpPr txBox="1"/>
          <p:nvPr/>
        </p:nvSpPr>
        <p:spPr>
          <a:xfrm>
            <a:off x="5891515" y="3794846"/>
            <a:ext cx="2963118" cy="1608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Distribució simètrica llevat del valor 0.00, que fa un pic molt elevat</a:t>
            </a:r>
          </a:p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 err="1">
                <a:solidFill>
                  <a:schemeClr val="tx2"/>
                </a:solidFill>
                <a:latin typeface="Calibri"/>
              </a:rPr>
              <a:t>Desbalancejat</a:t>
            </a:r>
            <a:endParaRPr lang="ca-ES" sz="1600" dirty="0">
              <a:solidFill>
                <a:schemeClr val="tx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5232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63225-8DCA-6D0D-9208-2A14A9EC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910D795-C2D4-491D-D47E-AA9EA959A35C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B40F8-1C2B-B9E2-CD5A-76F85C3D251C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F074A-DB01-0F8E-7E24-48EAFB9DB47F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Mitjana: 1.53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Desviació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típica</a:t>
            </a:r>
            <a:r>
              <a:rPr lang="en-US" sz="1600" dirty="0">
                <a:solidFill>
                  <a:schemeClr val="tx2"/>
                </a:solidFill>
              </a:rPr>
              <a:t>: 0.58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Mediana: 1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Mitjana trimmed: 1.49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MAD: 0.00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Min – Max: 1 – 4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Skew: 0.76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Kurtosis: 0.69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SE: 0.01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5C7D940-6A56-460A-6C6B-7C5DC051F7AB}"/>
              </a:ext>
            </a:extLst>
          </p:cNvPr>
          <p:cNvSpPr txBox="1"/>
          <p:nvPr/>
        </p:nvSpPr>
        <p:spPr>
          <a:xfrm>
            <a:off x="1992282" y="-273089"/>
            <a:ext cx="6288117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NumOfProducts</a:t>
            </a:r>
            <a:endParaRPr lang="en-US" sz="4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6897DF-1D71-D234-6E7A-111D6FC9B777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C5D477-2E7B-2408-DF17-5E79B668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38" y="3828004"/>
            <a:ext cx="3772658" cy="263879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50DDA23-F0B3-13DC-CAF1-B91B6DEDE182}"/>
              </a:ext>
            </a:extLst>
          </p:cNvPr>
          <p:cNvSpPr txBox="1"/>
          <p:nvPr/>
        </p:nvSpPr>
        <p:spPr>
          <a:xfrm>
            <a:off x="5891515" y="3794846"/>
            <a:ext cx="296311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ca-ES" sz="1600" dirty="0">
                <a:solidFill>
                  <a:schemeClr val="tx2"/>
                </a:solidFill>
                <a:latin typeface="Calibri"/>
              </a:rPr>
              <a:t>Forta asimetria positiva</a:t>
            </a:r>
          </a:p>
        </p:txBody>
      </p:sp>
    </p:spTree>
    <p:extLst>
      <p:ext uri="{BB962C8B-B14F-4D97-AF65-F5344CB8AC3E}">
        <p14:creationId xmlns:p14="http://schemas.microsoft.com/office/powerpoint/2010/main" val="2077334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EBA43-5F22-5DE6-F52C-2800E1CD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7C6D35-9B6C-D2F5-E7FD-F82CD72E110B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B6CBBE-8DA2-3EA4-E5C2-B17A61ED5003}"/>
              </a:ext>
            </a:extLst>
          </p:cNvPr>
          <p:cNvSpPr txBox="1"/>
          <p:nvPr/>
        </p:nvSpPr>
        <p:spPr>
          <a:xfrm rot="5400000">
            <a:off x="-1145282" y="2040184"/>
            <a:ext cx="5158408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Variables </a:t>
            </a:r>
            <a:r>
              <a:rPr lang="en-US" sz="4200" kern="1200" dirty="0" err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numèriques</a:t>
            </a:r>
            <a:endParaRPr lang="en-US" sz="4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EC126-6C29-98E1-4328-FAEBB577B124}"/>
              </a:ext>
            </a:extLst>
          </p:cNvPr>
          <p:cNvSpPr txBox="1"/>
          <p:nvPr/>
        </p:nvSpPr>
        <p:spPr>
          <a:xfrm>
            <a:off x="1950720" y="1175201"/>
            <a:ext cx="6675120" cy="2421439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>
                <a:solidFill>
                  <a:schemeClr val="tx2"/>
                </a:solidFill>
              </a:rPr>
              <a:t>La </a:t>
            </a:r>
            <a:r>
              <a:rPr lang="en-US" sz="1600" dirty="0" err="1">
                <a:solidFill>
                  <a:schemeClr val="tx2"/>
                </a:solidFill>
              </a:rPr>
              <a:t>una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correlació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directa</a:t>
            </a:r>
            <a:r>
              <a:rPr lang="en-US" sz="1600" dirty="0">
                <a:solidFill>
                  <a:schemeClr val="tx2"/>
                </a:solidFill>
              </a:rPr>
              <a:t> entre dos variables </a:t>
            </a:r>
            <a:r>
              <a:rPr lang="en-US" sz="1600" dirty="0" err="1">
                <a:solidFill>
                  <a:schemeClr val="tx2"/>
                </a:solidFill>
              </a:rPr>
              <a:t>és</a:t>
            </a:r>
            <a:r>
              <a:rPr lang="en-US" sz="1600" dirty="0">
                <a:solidFill>
                  <a:schemeClr val="tx2"/>
                </a:solidFill>
              </a:rPr>
              <a:t> entre ‘</a:t>
            </a:r>
            <a:r>
              <a:rPr lang="en-US" sz="1600" dirty="0" err="1">
                <a:solidFill>
                  <a:schemeClr val="tx2"/>
                </a:solidFill>
              </a:rPr>
              <a:t>ComplaintsCount</a:t>
            </a:r>
            <a:r>
              <a:rPr lang="en-US" sz="1600" dirty="0">
                <a:solidFill>
                  <a:schemeClr val="tx2"/>
                </a:solidFill>
              </a:rPr>
              <a:t>’ </a:t>
            </a:r>
            <a:r>
              <a:rPr lang="en-US" sz="1600" dirty="0" err="1">
                <a:solidFill>
                  <a:schemeClr val="tx2"/>
                </a:solidFill>
              </a:rPr>
              <a:t>i</a:t>
            </a:r>
            <a:r>
              <a:rPr lang="en-US" sz="1600" dirty="0">
                <a:solidFill>
                  <a:schemeClr val="tx2"/>
                </a:solidFill>
              </a:rPr>
              <a:t> ‘</a:t>
            </a:r>
            <a:r>
              <a:rPr lang="en-US" sz="1600" dirty="0" err="1">
                <a:solidFill>
                  <a:schemeClr val="tx2"/>
                </a:solidFill>
              </a:rPr>
              <a:t>NetPromoterScore</a:t>
            </a:r>
            <a:r>
              <a:rPr lang="en-US" sz="1600" dirty="0">
                <a:solidFill>
                  <a:schemeClr val="tx2"/>
                </a:solidFill>
              </a:rPr>
              <a:t>’.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584EF61B-EE13-C991-9159-2ADA0CB4846F}"/>
              </a:ext>
            </a:extLst>
          </p:cNvPr>
          <p:cNvSpPr txBox="1"/>
          <p:nvPr/>
        </p:nvSpPr>
        <p:spPr>
          <a:xfrm>
            <a:off x="1992282" y="-273089"/>
            <a:ext cx="6288117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Correlacions</a:t>
            </a:r>
            <a:r>
              <a:rPr lang="en-US" sz="4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7797A70-4B97-2063-1C79-994A1F103A07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6CBBA007-0A67-ED88-15B6-21BC8BBB4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17256"/>
          <a:stretch>
            <a:fillRect/>
          </a:stretch>
        </p:blipFill>
        <p:spPr>
          <a:xfrm>
            <a:off x="2354694" y="2575189"/>
            <a:ext cx="6073313" cy="350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38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E7614-D62A-A3BA-8581-7B591B4AE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455BFEC-A96C-CAA3-4F45-A75EA8929540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58D9B9-7DB2-07D3-6668-65E6B06E3073}"/>
              </a:ext>
            </a:extLst>
          </p:cNvPr>
          <p:cNvSpPr txBox="1"/>
          <p:nvPr/>
        </p:nvSpPr>
        <p:spPr>
          <a:xfrm>
            <a:off x="1950720" y="1175201"/>
            <a:ext cx="6675120" cy="5520239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Geography</a:t>
            </a:r>
            <a:r>
              <a:rPr lang="es-ES" sz="1600" dirty="0">
                <a:solidFill>
                  <a:schemeClr val="tx2"/>
                </a:solidFill>
              </a:rPr>
              <a:t>: País del </a:t>
            </a:r>
            <a:r>
              <a:rPr lang="es-ES" sz="1600" dirty="0" err="1">
                <a:solidFill>
                  <a:schemeClr val="tx2"/>
                </a:solidFill>
              </a:rPr>
              <a:t>client</a:t>
            </a:r>
            <a:endParaRPr lang="es-E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it-IT" sz="1600" dirty="0">
                <a:solidFill>
                  <a:schemeClr val="tx2"/>
                </a:solidFill>
              </a:rPr>
              <a:t>Gender: Gènere del client (Home / Dona)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fr-FR" sz="1600" dirty="0" err="1">
                <a:solidFill>
                  <a:schemeClr val="tx2"/>
                </a:solidFill>
              </a:rPr>
              <a:t>MaritalStatus</a:t>
            </a:r>
            <a:r>
              <a:rPr lang="fr-FR" sz="1600" dirty="0">
                <a:solidFill>
                  <a:schemeClr val="tx2"/>
                </a:solidFill>
              </a:rPr>
              <a:t>: </a:t>
            </a:r>
            <a:r>
              <a:rPr lang="fr-FR" sz="1600" dirty="0" err="1">
                <a:solidFill>
                  <a:schemeClr val="tx2"/>
                </a:solidFill>
              </a:rPr>
              <a:t>Estat</a:t>
            </a:r>
            <a:r>
              <a:rPr lang="fr-FR" sz="1600" dirty="0">
                <a:solidFill>
                  <a:schemeClr val="tx2"/>
                </a:solidFill>
              </a:rPr>
              <a:t> civil (</a:t>
            </a:r>
            <a:r>
              <a:rPr lang="fr-FR" sz="1600" dirty="0" err="1">
                <a:solidFill>
                  <a:schemeClr val="tx2"/>
                </a:solidFill>
              </a:rPr>
              <a:t>Solter</a:t>
            </a:r>
            <a:r>
              <a:rPr lang="fr-FR" sz="1600" dirty="0">
                <a:solidFill>
                  <a:schemeClr val="tx2"/>
                </a:solidFill>
              </a:rPr>
              <a:t>, </a:t>
            </a:r>
            <a:r>
              <a:rPr lang="fr-FR" sz="1600" dirty="0" err="1">
                <a:solidFill>
                  <a:schemeClr val="tx2"/>
                </a:solidFill>
              </a:rPr>
              <a:t>Casat</a:t>
            </a:r>
            <a:r>
              <a:rPr lang="fr-FR" sz="1600" dirty="0">
                <a:solidFill>
                  <a:schemeClr val="tx2"/>
                </a:solidFill>
              </a:rPr>
              <a:t>, </a:t>
            </a:r>
            <a:r>
              <a:rPr lang="fr-FR" sz="1600" dirty="0" err="1">
                <a:solidFill>
                  <a:schemeClr val="tx2"/>
                </a:solidFill>
              </a:rPr>
              <a:t>Divorciat</a:t>
            </a:r>
            <a:r>
              <a:rPr lang="fr-FR" sz="1600" dirty="0">
                <a:solidFill>
                  <a:schemeClr val="tx2"/>
                </a:solidFill>
              </a:rPr>
              <a:t> o </a:t>
            </a:r>
            <a:r>
              <a:rPr lang="fr-FR" sz="1600" dirty="0" err="1">
                <a:solidFill>
                  <a:schemeClr val="tx2"/>
                </a:solidFill>
              </a:rPr>
              <a:t>Viude</a:t>
            </a:r>
            <a:r>
              <a:rPr lang="fr-FR" sz="1600" dirty="0">
                <a:solidFill>
                  <a:schemeClr val="tx2"/>
                </a:solidFill>
              </a:rPr>
              <a:t>)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EducationLevel</a:t>
            </a:r>
            <a:r>
              <a:rPr lang="en-US" sz="1600" dirty="0">
                <a:solidFill>
                  <a:schemeClr val="tx2"/>
                </a:solidFill>
              </a:rPr>
              <a:t>: </a:t>
            </a:r>
            <a:r>
              <a:rPr lang="en-US" sz="1600" dirty="0" err="1">
                <a:solidFill>
                  <a:schemeClr val="tx2"/>
                </a:solidFill>
              </a:rPr>
              <a:t>Nivell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educatiu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HasCrCard</a:t>
            </a:r>
            <a:r>
              <a:rPr lang="es-ES" sz="1600" dirty="0">
                <a:solidFill>
                  <a:schemeClr val="tx2"/>
                </a:solidFill>
              </a:rPr>
              <a:t>: Si el </a:t>
            </a:r>
            <a:r>
              <a:rPr lang="es-ES" sz="1600" dirty="0" err="1">
                <a:solidFill>
                  <a:schemeClr val="tx2"/>
                </a:solidFill>
              </a:rPr>
              <a:t>client</a:t>
            </a:r>
            <a:r>
              <a:rPr lang="es-ES" sz="1600" dirty="0">
                <a:solidFill>
                  <a:schemeClr val="tx2"/>
                </a:solidFill>
              </a:rPr>
              <a:t> té </a:t>
            </a:r>
            <a:r>
              <a:rPr lang="es-ES" sz="1600" dirty="0" err="1">
                <a:solidFill>
                  <a:schemeClr val="tx2"/>
                </a:solidFill>
              </a:rPr>
              <a:t>targeta</a:t>
            </a:r>
            <a:r>
              <a:rPr lang="es-ES" sz="1600" dirty="0">
                <a:solidFill>
                  <a:schemeClr val="tx2"/>
                </a:solidFill>
              </a:rPr>
              <a:t> de </a:t>
            </a:r>
            <a:r>
              <a:rPr lang="es-ES" sz="1600" dirty="0" err="1">
                <a:solidFill>
                  <a:schemeClr val="tx2"/>
                </a:solidFill>
              </a:rPr>
              <a:t>crèdit</a:t>
            </a:r>
            <a:r>
              <a:rPr lang="es-ES" sz="1600" dirty="0">
                <a:solidFill>
                  <a:schemeClr val="tx2"/>
                </a:solidFill>
              </a:rPr>
              <a:t> (1 = Sí, 0 = No)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SavingsAccountFlag</a:t>
            </a:r>
            <a:r>
              <a:rPr lang="en-US" sz="1600" dirty="0">
                <a:solidFill>
                  <a:schemeClr val="tx2"/>
                </a:solidFill>
              </a:rPr>
              <a:t>: Si </a:t>
            </a:r>
            <a:r>
              <a:rPr lang="en-US" sz="1600" dirty="0" err="1">
                <a:solidFill>
                  <a:schemeClr val="tx2"/>
                </a:solidFill>
              </a:rPr>
              <a:t>el</a:t>
            </a:r>
            <a:r>
              <a:rPr lang="en-US" sz="1600" dirty="0">
                <a:solidFill>
                  <a:schemeClr val="tx2"/>
                </a:solidFill>
              </a:rPr>
              <a:t> client </a:t>
            </a:r>
            <a:r>
              <a:rPr lang="en-US" sz="1600" dirty="0" err="1">
                <a:solidFill>
                  <a:schemeClr val="tx2"/>
                </a:solidFill>
              </a:rPr>
              <a:t>té</a:t>
            </a:r>
            <a:r>
              <a:rPr lang="en-US" sz="1600" dirty="0">
                <a:solidFill>
                  <a:schemeClr val="tx2"/>
                </a:solidFill>
              </a:rPr>
              <a:t> un </a:t>
            </a:r>
            <a:r>
              <a:rPr lang="en-US" sz="1600" dirty="0" err="1">
                <a:solidFill>
                  <a:schemeClr val="tx2"/>
                </a:solidFill>
              </a:rPr>
              <a:t>compte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d’estalvis</a:t>
            </a:r>
            <a:r>
              <a:rPr lang="en-US" sz="1600" dirty="0">
                <a:solidFill>
                  <a:schemeClr val="tx2"/>
                </a:solidFill>
              </a:rPr>
              <a:t> (1 = </a:t>
            </a:r>
            <a:r>
              <a:rPr lang="en-US" sz="1600" dirty="0" err="1">
                <a:solidFill>
                  <a:schemeClr val="tx2"/>
                </a:solidFill>
              </a:rPr>
              <a:t>Sí</a:t>
            </a:r>
            <a:r>
              <a:rPr lang="en-US" sz="1600" dirty="0">
                <a:solidFill>
                  <a:schemeClr val="tx2"/>
                </a:solidFill>
              </a:rPr>
              <a:t>, 0 = No).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LoanStatus</a:t>
            </a:r>
            <a:r>
              <a:rPr lang="en-US" sz="1600" dirty="0">
                <a:solidFill>
                  <a:schemeClr val="tx2"/>
                </a:solidFill>
              </a:rPr>
              <a:t>: </a:t>
            </a:r>
            <a:r>
              <a:rPr lang="en-US" sz="1600" dirty="0" err="1">
                <a:solidFill>
                  <a:schemeClr val="tx2"/>
                </a:solidFill>
              </a:rPr>
              <a:t>Estat</a:t>
            </a:r>
            <a:r>
              <a:rPr lang="en-US" sz="1600" dirty="0">
                <a:solidFill>
                  <a:schemeClr val="tx2"/>
                </a:solidFill>
              </a:rPr>
              <a:t> del </a:t>
            </a:r>
            <a:r>
              <a:rPr lang="en-US" sz="1600" dirty="0" err="1">
                <a:solidFill>
                  <a:schemeClr val="tx2"/>
                </a:solidFill>
              </a:rPr>
              <a:t>préstec</a:t>
            </a:r>
            <a:r>
              <a:rPr lang="en-US" sz="1600" dirty="0">
                <a:solidFill>
                  <a:schemeClr val="tx2"/>
                </a:solidFill>
              </a:rPr>
              <a:t> (No loan / Active loan / Default risk)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IsActiveMember</a:t>
            </a:r>
            <a:r>
              <a:rPr lang="es-ES" sz="1600" dirty="0">
                <a:solidFill>
                  <a:schemeClr val="tx2"/>
                </a:solidFill>
              </a:rPr>
              <a:t>: Si el </a:t>
            </a:r>
            <a:r>
              <a:rPr lang="es-ES" sz="1600" dirty="0" err="1">
                <a:solidFill>
                  <a:schemeClr val="tx2"/>
                </a:solidFill>
              </a:rPr>
              <a:t>client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està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actiu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dins</a:t>
            </a:r>
            <a:r>
              <a:rPr lang="es-ES" sz="1600" dirty="0">
                <a:solidFill>
                  <a:schemeClr val="tx2"/>
                </a:solidFill>
              </a:rPr>
              <a:t> del </a:t>
            </a:r>
            <a:r>
              <a:rPr lang="es-ES" sz="1600" dirty="0" err="1">
                <a:solidFill>
                  <a:schemeClr val="tx2"/>
                </a:solidFill>
              </a:rPr>
              <a:t>banc</a:t>
            </a:r>
            <a:r>
              <a:rPr lang="es-ES" sz="1600" dirty="0">
                <a:solidFill>
                  <a:schemeClr val="tx2"/>
                </a:solidFill>
              </a:rPr>
              <a:t> (1 = Sí, 0 = No)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sz="1600" dirty="0" err="1">
                <a:solidFill>
                  <a:schemeClr val="tx2"/>
                </a:solidFill>
              </a:rPr>
              <a:t>CustomerSegment</a:t>
            </a:r>
            <a:r>
              <a:rPr lang="en-US" sz="1600" dirty="0">
                <a:solidFill>
                  <a:schemeClr val="tx2"/>
                </a:solidFill>
              </a:rPr>
              <a:t>: Segment de client </a:t>
            </a:r>
            <a:r>
              <a:rPr lang="en-US" sz="1600" dirty="0" err="1">
                <a:solidFill>
                  <a:schemeClr val="tx2"/>
                </a:solidFill>
              </a:rPr>
              <a:t>segons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el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seu</a:t>
            </a:r>
            <a:r>
              <a:rPr lang="en-US" sz="1600" dirty="0">
                <a:solidFill>
                  <a:schemeClr val="tx2"/>
                </a:solidFill>
              </a:rPr>
              <a:t> valor (Mass Market / Affluent / High Net Worth).</a:t>
            </a: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  <a:latin typeface="Calibri"/>
              </a:rPr>
              <a:t>Exited</a:t>
            </a:r>
            <a:r>
              <a:rPr lang="es-ES" sz="1600" dirty="0">
                <a:solidFill>
                  <a:schemeClr val="tx2"/>
                </a:solidFill>
                <a:latin typeface="Calibri"/>
              </a:rPr>
              <a:t>: Variable </a:t>
            </a:r>
            <a:r>
              <a:rPr lang="es-ES" sz="1600" dirty="0" err="1">
                <a:solidFill>
                  <a:schemeClr val="tx2"/>
                </a:solidFill>
                <a:latin typeface="Calibri"/>
              </a:rPr>
              <a:t>objectiu</a:t>
            </a:r>
            <a:r>
              <a:rPr lang="es-ES" sz="1600" dirty="0">
                <a:solidFill>
                  <a:schemeClr val="tx2"/>
                </a:solidFill>
                <a:latin typeface="Calibri"/>
              </a:rPr>
              <a:t>: si el </a:t>
            </a:r>
            <a:r>
              <a:rPr lang="es-ES" sz="1600" dirty="0" err="1">
                <a:solidFill>
                  <a:schemeClr val="tx2"/>
                </a:solidFill>
                <a:latin typeface="Calibri"/>
              </a:rPr>
              <a:t>client</a:t>
            </a:r>
            <a:r>
              <a:rPr lang="es-ES" sz="1600" dirty="0">
                <a:solidFill>
                  <a:schemeClr val="tx2"/>
                </a:solidFill>
                <a:latin typeface="Calibri"/>
              </a:rPr>
              <a:t> ha </a:t>
            </a:r>
            <a:r>
              <a:rPr lang="es-ES" sz="1600" dirty="0" err="1">
                <a:solidFill>
                  <a:schemeClr val="tx2"/>
                </a:solidFill>
                <a:latin typeface="Calibri"/>
              </a:rPr>
              <a:t>marxat</a:t>
            </a:r>
            <a:r>
              <a:rPr lang="es-ES" sz="1600" dirty="0">
                <a:solidFill>
                  <a:schemeClr val="tx2"/>
                </a:solidFill>
                <a:latin typeface="Calibri"/>
              </a:rPr>
              <a:t> del </a:t>
            </a:r>
            <a:r>
              <a:rPr lang="es-ES" sz="1600" dirty="0" err="1">
                <a:solidFill>
                  <a:schemeClr val="tx2"/>
                </a:solidFill>
                <a:latin typeface="Calibri"/>
              </a:rPr>
              <a:t>banc</a:t>
            </a:r>
            <a:r>
              <a:rPr lang="es-ES" sz="1600" dirty="0">
                <a:solidFill>
                  <a:schemeClr val="tx2"/>
                </a:solidFill>
                <a:latin typeface="Calibri"/>
              </a:rPr>
              <a:t> (1 = Sí, 0 = No).</a:t>
            </a:r>
            <a:endParaRPr lang="en-US" sz="1600" dirty="0">
              <a:solidFill>
                <a:schemeClr val="tx2"/>
              </a:solidFill>
              <a:latin typeface="Calibri"/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99AFD78B-4D19-4861-6757-0B984A736B18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0385ECC-BCF8-9630-14B1-6139D45F98F5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464683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0D3BD-11E0-0841-F719-D995F8BC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1AE3639-B236-D5D7-7FD0-4813AD7DE22D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144B8-FF94-6777-6F18-7D3EED23EF00}"/>
              </a:ext>
            </a:extLst>
          </p:cNvPr>
          <p:cNvSpPr txBox="1"/>
          <p:nvPr/>
        </p:nvSpPr>
        <p:spPr>
          <a:xfrm>
            <a:off x="1950720" y="1175202"/>
            <a:ext cx="6675120" cy="171847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La </a:t>
            </a:r>
            <a:r>
              <a:rPr lang="es-ES" sz="1600" dirty="0" err="1">
                <a:solidFill>
                  <a:schemeClr val="tx2"/>
                </a:solidFill>
              </a:rPr>
              <a:t>majoria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dels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clients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són</a:t>
            </a:r>
            <a:r>
              <a:rPr lang="es-ES" sz="1600" dirty="0">
                <a:solidFill>
                  <a:schemeClr val="tx2"/>
                </a:solidFill>
              </a:rPr>
              <a:t> de </a:t>
            </a:r>
            <a:r>
              <a:rPr lang="es-ES" sz="1600" dirty="0" err="1">
                <a:solidFill>
                  <a:schemeClr val="tx2"/>
                </a:solidFill>
              </a:rPr>
              <a:t>França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C4551033-C4ED-8814-6A1D-A98C0106DAD5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Geography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D2983C-A44A-391A-9A9F-1FFF8434989A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6A67A-3C2F-C331-723A-E12B5D6F4D68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84F1CD-6397-39E6-E4D8-9C4228FC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94" y="3082778"/>
            <a:ext cx="4703293" cy="3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93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7750F-D266-AD44-B401-BE0483E9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A96B969-D2BF-C173-9597-14EB2536984C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B9A17-2FAF-2710-2C70-DFA2883259AA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Hi ha </a:t>
            </a:r>
            <a:r>
              <a:rPr lang="es-ES" sz="1600" dirty="0" err="1">
                <a:solidFill>
                  <a:schemeClr val="tx2"/>
                </a:solidFill>
              </a:rPr>
              <a:t>pràcticament</a:t>
            </a:r>
            <a:r>
              <a:rPr lang="es-ES" sz="1600" dirty="0">
                <a:solidFill>
                  <a:schemeClr val="tx2"/>
                </a:solidFill>
              </a:rPr>
              <a:t> una </a:t>
            </a:r>
            <a:r>
              <a:rPr lang="es-ES" sz="1600" dirty="0" err="1">
                <a:solidFill>
                  <a:schemeClr val="tx2"/>
                </a:solidFill>
              </a:rPr>
              <a:t>igualtat</a:t>
            </a:r>
            <a:r>
              <a:rPr lang="es-ES" sz="1600" dirty="0">
                <a:solidFill>
                  <a:schemeClr val="tx2"/>
                </a:solidFill>
              </a:rPr>
              <a:t> entre </a:t>
            </a:r>
            <a:r>
              <a:rPr lang="es-ES" sz="1600" dirty="0" err="1">
                <a:solidFill>
                  <a:schemeClr val="tx2"/>
                </a:solidFill>
              </a:rPr>
              <a:t>homes</a:t>
            </a:r>
            <a:r>
              <a:rPr lang="es-ES" sz="1600" dirty="0">
                <a:solidFill>
                  <a:schemeClr val="tx2"/>
                </a:solidFill>
              </a:rPr>
              <a:t> i dones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4279B9E6-3AEB-EE59-3BCD-359A81AAB459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Gender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D869E82-E719-ACDB-6152-8AB2279EDEC6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217ACD-6830-792F-840E-B4EA77FEF920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402C6A-5C7E-5F34-2016-A02C35480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478" y="3046999"/>
            <a:ext cx="4805604" cy="33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61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6F3E3-F41C-B223-1A8E-17728F66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70F3C7F-721E-C766-2CE3-C838D2DA3F33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EFC51-989E-231C-8250-543739BF2901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Els</a:t>
            </a:r>
            <a:r>
              <a:rPr lang="es-ES" sz="1600" dirty="0">
                <a:solidFill>
                  <a:schemeClr val="tx2"/>
                </a:solidFill>
              </a:rPr>
              <a:t> que </a:t>
            </a:r>
            <a:r>
              <a:rPr lang="es-ES" sz="1600" dirty="0" err="1">
                <a:solidFill>
                  <a:schemeClr val="tx2"/>
                </a:solidFill>
              </a:rPr>
              <a:t>tenen</a:t>
            </a:r>
            <a:r>
              <a:rPr lang="es-ES" sz="1600" dirty="0">
                <a:solidFill>
                  <a:schemeClr val="tx2"/>
                </a:solidFill>
              </a:rPr>
              <a:t> ‘</a:t>
            </a:r>
            <a:r>
              <a:rPr lang="es-ES" sz="1600" dirty="0" err="1">
                <a:solidFill>
                  <a:schemeClr val="tx2"/>
                </a:solidFill>
              </a:rPr>
              <a:t>Other</a:t>
            </a:r>
            <a:r>
              <a:rPr lang="es-ES" sz="1600" dirty="0">
                <a:solidFill>
                  <a:schemeClr val="tx2"/>
                </a:solidFill>
              </a:rPr>
              <a:t>’ </a:t>
            </a:r>
            <a:r>
              <a:rPr lang="es-ES" sz="1600" dirty="0" err="1">
                <a:solidFill>
                  <a:schemeClr val="tx2"/>
                </a:solidFill>
              </a:rPr>
              <a:t>són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molt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minoritaris</a:t>
            </a:r>
            <a:r>
              <a:rPr lang="es-ES" sz="1600" dirty="0">
                <a:solidFill>
                  <a:schemeClr val="tx2"/>
                </a:solidFill>
              </a:rPr>
              <a:t> en </a:t>
            </a:r>
            <a:r>
              <a:rPr lang="es-ES" sz="1600" dirty="0" err="1">
                <a:solidFill>
                  <a:schemeClr val="tx2"/>
                </a:solidFill>
              </a:rPr>
              <a:t>compraració</a:t>
            </a:r>
            <a:r>
              <a:rPr lang="es-ES" sz="1600" dirty="0">
                <a:solidFill>
                  <a:schemeClr val="tx2"/>
                </a:solidFill>
              </a:rPr>
              <a:t>  a la resta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6FEA100A-73DE-3EC6-C34E-F89953B12831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EducationLevel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6C91AF4-F4C3-9C87-BD1B-0AC54E170D50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3B374-C21B-D68F-933E-560435B43EBD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38014FD-93F3-E59F-C3CD-39205E810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478" y="3046999"/>
            <a:ext cx="4805604" cy="33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13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1082D-5182-609B-F9F4-EBE55E2B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B4A1F69-1069-4B5F-5BE1-5AD8B1B440E9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A8A2-B694-1B23-A6A4-90B2E69F3512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La gran </a:t>
            </a:r>
            <a:r>
              <a:rPr lang="es-ES" sz="1600" dirty="0" err="1">
                <a:solidFill>
                  <a:schemeClr val="tx2"/>
                </a:solidFill>
              </a:rPr>
              <a:t>majoria</a:t>
            </a:r>
            <a:r>
              <a:rPr lang="es-ES" sz="1600" dirty="0">
                <a:solidFill>
                  <a:schemeClr val="tx2"/>
                </a:solidFill>
              </a:rPr>
              <a:t> no </a:t>
            </a:r>
            <a:r>
              <a:rPr lang="es-ES" sz="1600" dirty="0" err="1">
                <a:solidFill>
                  <a:schemeClr val="tx2"/>
                </a:solidFill>
              </a:rPr>
              <a:t>tenen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cap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prèstec</a:t>
            </a:r>
            <a:r>
              <a:rPr lang="es-ES" sz="1600" dirty="0">
                <a:solidFill>
                  <a:schemeClr val="tx2"/>
                </a:solidFill>
              </a:rPr>
              <a:t>.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546B4A5-A8D7-F482-C9D9-D6B1F66A2D0F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LoanStatus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E5BEE88-047D-2FF3-157D-0FDD1D91D134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28BA2-A461-BFC8-6C1A-9591FCAAF101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AF7AF8-71DF-E7B6-0541-9E3403170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94" y="3082779"/>
            <a:ext cx="4703294" cy="32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77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6F8B3E-DBFF-CE0D-4E1A-46DBC81F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7407C8F-DC57-F86F-38C1-0AD82120EC0A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F21F0-B6DF-B9FA-4442-022F837EF083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La </a:t>
            </a:r>
            <a:r>
              <a:rPr lang="es-ES" sz="1600" dirty="0" err="1">
                <a:solidFill>
                  <a:schemeClr val="tx2"/>
                </a:solidFill>
              </a:rPr>
              <a:t>majoria</a:t>
            </a:r>
            <a:r>
              <a:rPr lang="es-ES" sz="1600" dirty="0">
                <a:solidFill>
                  <a:schemeClr val="tx2"/>
                </a:solidFill>
              </a:rPr>
              <a:t> SÍ </a:t>
            </a:r>
            <a:r>
              <a:rPr lang="es-ES" sz="1600" dirty="0" err="1">
                <a:solidFill>
                  <a:schemeClr val="tx2"/>
                </a:solidFill>
              </a:rPr>
              <a:t>tenen</a:t>
            </a:r>
            <a:r>
              <a:rPr lang="es-ES" sz="1600" dirty="0">
                <a:solidFill>
                  <a:schemeClr val="tx2"/>
                </a:solidFill>
              </a:rPr>
              <a:t> tarjeta de </a:t>
            </a:r>
            <a:r>
              <a:rPr lang="es-ES" sz="1600" dirty="0" err="1">
                <a:solidFill>
                  <a:schemeClr val="tx2"/>
                </a:solidFill>
              </a:rPr>
              <a:t>crèdit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2B474C9E-2293-2238-3746-CB89C52BA063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HasCrCard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CC1B150-E20A-BE5B-6F20-6B2FB2318E4B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5E926-3724-A5E0-A8A6-96E93CAAFBC1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EF28D17-9067-8151-7DB9-0FC808C2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94" y="3082777"/>
            <a:ext cx="4703294" cy="32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76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FD337-E9A3-1740-34C4-F3F170EB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B63E5D9-3751-6638-03C9-B30859EDF06B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B7069-5490-8474-BE1B-C62BC0C70B92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Hi ha </a:t>
            </a:r>
            <a:r>
              <a:rPr lang="es-ES" sz="1600" dirty="0" err="1">
                <a:solidFill>
                  <a:schemeClr val="tx2"/>
                </a:solidFill>
              </a:rPr>
              <a:t>igualtat</a:t>
            </a:r>
            <a:r>
              <a:rPr lang="es-ES" sz="1600" dirty="0">
                <a:solidFill>
                  <a:schemeClr val="tx2"/>
                </a:solidFill>
              </a:rPr>
              <a:t> entre les dos </a:t>
            </a:r>
            <a:r>
              <a:rPr lang="es-ES" sz="1600" dirty="0" err="1">
                <a:solidFill>
                  <a:schemeClr val="tx2"/>
                </a:solidFill>
              </a:rPr>
              <a:t>opciions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9F142A90-7E95-98A0-195E-97C95799854F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IsActiveMember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3F4EE3F-5CCE-346B-E730-7CA68B8D3DE0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6DCDC9-EF7F-3658-2222-F93DB54E6032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2D4BF83-DDD2-1A5B-553D-BEFDB4D44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94" y="3082776"/>
            <a:ext cx="4703294" cy="32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73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6957D-607E-E237-CE14-944358ED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0D48B50-33BD-D863-A647-C9CC1C4AA568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4621C-7F29-BF43-0300-EC2A3C830DC1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La </a:t>
            </a:r>
            <a:r>
              <a:rPr lang="es-ES" sz="1600" dirty="0" err="1">
                <a:solidFill>
                  <a:schemeClr val="tx2"/>
                </a:solidFill>
              </a:rPr>
              <a:t>majoria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dels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clients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són</a:t>
            </a:r>
            <a:r>
              <a:rPr lang="es-ES" sz="1600" dirty="0">
                <a:solidFill>
                  <a:schemeClr val="tx2"/>
                </a:solidFill>
              </a:rPr>
              <a:t> ‘</a:t>
            </a:r>
            <a:r>
              <a:rPr lang="es-ES" sz="1600" dirty="0" err="1">
                <a:solidFill>
                  <a:schemeClr val="tx2"/>
                </a:solidFill>
              </a:rPr>
              <a:t>Mass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Market</a:t>
            </a:r>
            <a:r>
              <a:rPr lang="es-ES" sz="1600" dirty="0">
                <a:solidFill>
                  <a:schemeClr val="tx2"/>
                </a:solidFill>
              </a:rPr>
              <a:t>’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197D9A7-3963-424A-9934-BA397B34D1CF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CustomerSegment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79D647-2D38-F544-A787-2AE67BACC73D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2F656-40AE-6A60-7692-3AC7E0EFAF8C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C7EACFD-ADB6-016F-0BA1-3D2F05DD2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94" y="3082776"/>
            <a:ext cx="4703294" cy="32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4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60FE2-3A52-E05E-16F8-A2D9186E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6E098DC-4B20-6DFF-30F7-B44649C79B17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50A8D-210C-5044-E6B7-8295085BD999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Els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clients</a:t>
            </a:r>
            <a:r>
              <a:rPr lang="es-ES" sz="1600" dirty="0">
                <a:solidFill>
                  <a:schemeClr val="tx2"/>
                </a:solidFill>
              </a:rPr>
              <a:t> viudes </a:t>
            </a:r>
            <a:r>
              <a:rPr lang="es-ES" sz="1600" dirty="0" err="1">
                <a:solidFill>
                  <a:schemeClr val="tx2"/>
                </a:solidFill>
              </a:rPr>
              <a:t>són</a:t>
            </a:r>
            <a:r>
              <a:rPr lang="es-ES" sz="1600" dirty="0">
                <a:solidFill>
                  <a:schemeClr val="tx2"/>
                </a:solidFill>
              </a:rPr>
              <a:t> una </a:t>
            </a:r>
            <a:r>
              <a:rPr lang="es-ES" sz="1600" dirty="0" err="1">
                <a:solidFill>
                  <a:schemeClr val="tx2"/>
                </a:solidFill>
              </a:rPr>
              <a:t>minoria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C6E6F4E7-8C4E-0861-99A7-5B9950AC7138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MaritalStatus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4C372D3-A7AA-82ED-800A-33BFD35285AE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E8B3CD-03DD-A467-20E8-9EE8B7AB90D9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80C399-4A60-A285-FE48-A4537003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94" y="3082775"/>
            <a:ext cx="4703293" cy="3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08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31D54-AC9D-4912-1916-A33C9C6F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DEBB03E-EFE8-4F64-453A-9493D52E6C08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7C16D-9E4F-1236-AADE-C89F3E4C1061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La </a:t>
            </a:r>
            <a:r>
              <a:rPr lang="es-ES" sz="1600" dirty="0" err="1">
                <a:solidFill>
                  <a:schemeClr val="tx2"/>
                </a:solidFill>
              </a:rPr>
              <a:t>majoria</a:t>
            </a:r>
            <a:r>
              <a:rPr lang="es-ES" sz="1600" dirty="0">
                <a:solidFill>
                  <a:schemeClr val="tx2"/>
                </a:solidFill>
              </a:rPr>
              <a:t> sí </a:t>
            </a:r>
            <a:r>
              <a:rPr lang="es-ES" sz="1600" dirty="0" err="1">
                <a:solidFill>
                  <a:schemeClr val="tx2"/>
                </a:solidFill>
              </a:rPr>
              <a:t>tenen</a:t>
            </a:r>
            <a:r>
              <a:rPr lang="es-ES" sz="1600" dirty="0">
                <a:solidFill>
                  <a:schemeClr val="tx2"/>
                </a:solidFill>
              </a:rPr>
              <a:t> un </a:t>
            </a:r>
            <a:r>
              <a:rPr lang="es-ES" sz="1600" dirty="0" err="1">
                <a:solidFill>
                  <a:schemeClr val="tx2"/>
                </a:solidFill>
              </a:rPr>
              <a:t>compte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d’estalvis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21327C7-F171-7A6C-DE62-87E53775EDDD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SavingsAccountFlag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C5785C0-730A-7696-E9A4-02BFD381663E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E77A0B-3D1F-E8D7-9207-BE3BD9518284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1F7B9E-895B-0813-C88F-C33BCA46A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94" y="3082774"/>
            <a:ext cx="4703293" cy="3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32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45AC9-587B-9E52-D596-82FC473B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5A0274A-8429-CC1C-08B1-382F2F1CD9F0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55D4A-369D-7FA7-4B19-4039386534C6}"/>
              </a:ext>
            </a:extLst>
          </p:cNvPr>
          <p:cNvSpPr txBox="1"/>
          <p:nvPr/>
        </p:nvSpPr>
        <p:spPr>
          <a:xfrm>
            <a:off x="1950720" y="1175202"/>
            <a:ext cx="6675120" cy="1584654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Està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molt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desbalancejat</a:t>
            </a:r>
            <a:r>
              <a:rPr lang="es-ES" sz="1600" dirty="0">
                <a:solidFill>
                  <a:schemeClr val="tx2"/>
                </a:solidFill>
              </a:rPr>
              <a:t> a favor de no </a:t>
            </a:r>
            <a:r>
              <a:rPr lang="es-ES" sz="1600" dirty="0" err="1">
                <a:solidFill>
                  <a:schemeClr val="tx2"/>
                </a:solidFill>
              </a:rPr>
              <a:t>marxar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25655781-F9E1-D720-378C-C120E1A47022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Exited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E4A9C3-3F7E-D344-6CE1-973AD8895949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BEA41D-33D5-6574-703F-97A63C6B73B5}"/>
              </a:ext>
            </a:extLst>
          </p:cNvPr>
          <p:cNvSpPr txBox="1"/>
          <p:nvPr/>
        </p:nvSpPr>
        <p:spPr>
          <a:xfrm rot="5400000">
            <a:off x="-1989711" y="2946602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bg1">
                    <a:lumMod val="95000"/>
                  </a:schemeClr>
                </a:solidFill>
              </a:rPr>
              <a:t>Variables </a:t>
            </a:r>
            <a:r>
              <a:rPr lang="en-US" sz="4200" b="1" dirty="0" err="1">
                <a:solidFill>
                  <a:schemeClr val="bg1">
                    <a:lumMod val="95000"/>
                  </a:schemeClr>
                </a:solidFill>
              </a:rPr>
              <a:t>categòriques</a:t>
            </a:r>
            <a:endParaRPr lang="en-US" sz="4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81F4D87-501D-5C14-B17C-56FAE9610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120" y="3082773"/>
            <a:ext cx="4703294" cy="32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66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9B81E-207B-3D16-DEA1-097764EB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0D1FF91-85D2-3EBC-7061-E414691E6586}"/>
              </a:ext>
            </a:extLst>
          </p:cNvPr>
          <p:cNvSpPr/>
          <p:nvPr/>
        </p:nvSpPr>
        <p:spPr>
          <a:xfrm>
            <a:off x="15869" y="0"/>
            <a:ext cx="1501072" cy="6858000"/>
          </a:xfrm>
          <a:prstGeom prst="rect">
            <a:avLst/>
          </a:prstGeom>
          <a:solidFill>
            <a:srgbClr val="7F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4CDCC-321D-05E4-A7A8-1B6CE89E356D}"/>
              </a:ext>
            </a:extLst>
          </p:cNvPr>
          <p:cNvSpPr txBox="1"/>
          <p:nvPr/>
        </p:nvSpPr>
        <p:spPr>
          <a:xfrm>
            <a:off x="1950720" y="1175202"/>
            <a:ext cx="6675120" cy="4961438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S’hauria</a:t>
            </a:r>
            <a:r>
              <a:rPr lang="es-ES" sz="1600" dirty="0">
                <a:solidFill>
                  <a:schemeClr val="tx2"/>
                </a:solidFill>
              </a:rPr>
              <a:t> de tractar el </a:t>
            </a:r>
            <a:r>
              <a:rPr lang="es-ES" sz="1600" dirty="0" err="1">
                <a:solidFill>
                  <a:schemeClr val="tx2"/>
                </a:solidFill>
              </a:rPr>
              <a:t>desbalanceig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d’algunes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categories</a:t>
            </a:r>
            <a:r>
              <a:rPr lang="es-ES" sz="1600" dirty="0">
                <a:solidFill>
                  <a:schemeClr val="tx2"/>
                </a:solidFill>
              </a:rPr>
              <a:t> en algunes variables:</a:t>
            </a: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Unir </a:t>
            </a:r>
            <a:r>
              <a:rPr lang="es-ES" sz="1600" dirty="0" err="1">
                <a:solidFill>
                  <a:schemeClr val="tx2"/>
                </a:solidFill>
              </a:rPr>
              <a:t>categories</a:t>
            </a:r>
            <a:r>
              <a:rPr lang="es-ES" sz="1600" dirty="0">
                <a:solidFill>
                  <a:schemeClr val="tx2"/>
                </a:solidFill>
              </a:rPr>
              <a:t> en </a:t>
            </a:r>
            <a:r>
              <a:rPr lang="es-ES" sz="1600" dirty="0" err="1">
                <a:solidFill>
                  <a:schemeClr val="tx2"/>
                </a:solidFill>
              </a:rPr>
              <a:t>segons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quines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Tractar </a:t>
            </a:r>
            <a:r>
              <a:rPr lang="es-ES" sz="1600" dirty="0" err="1">
                <a:solidFill>
                  <a:schemeClr val="tx2"/>
                </a:solidFill>
              </a:rPr>
              <a:t>rangs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numèrics</a:t>
            </a:r>
            <a:r>
              <a:rPr lang="es-ES" sz="1600" dirty="0">
                <a:solidFill>
                  <a:schemeClr val="tx2"/>
                </a:solidFill>
              </a:rPr>
              <a:t> en les variables </a:t>
            </a:r>
            <a:r>
              <a:rPr lang="es-ES" sz="1600" dirty="0" err="1">
                <a:solidFill>
                  <a:schemeClr val="tx2"/>
                </a:solidFill>
              </a:rPr>
              <a:t>numèriques</a:t>
            </a:r>
            <a:endParaRPr lang="es-ES" sz="1600" dirty="0">
              <a:solidFill>
                <a:schemeClr val="tx2"/>
              </a:solidFill>
            </a:endParaRP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No </a:t>
            </a:r>
            <a:r>
              <a:rPr lang="es-ES" sz="1600" dirty="0" err="1">
                <a:solidFill>
                  <a:schemeClr val="tx2"/>
                </a:solidFill>
              </a:rPr>
              <a:t>tenir</a:t>
            </a:r>
            <a:r>
              <a:rPr lang="es-ES" sz="1600" dirty="0">
                <a:solidFill>
                  <a:schemeClr val="tx2"/>
                </a:solidFill>
              </a:rPr>
              <a:t> en </a:t>
            </a:r>
            <a:r>
              <a:rPr lang="es-ES" sz="1600" dirty="0" err="1">
                <a:solidFill>
                  <a:schemeClr val="tx2"/>
                </a:solidFill>
              </a:rPr>
              <a:t>compte</a:t>
            </a:r>
            <a:r>
              <a:rPr lang="es-ES" sz="1600" dirty="0">
                <a:solidFill>
                  <a:schemeClr val="tx2"/>
                </a:solidFill>
              </a:rPr>
              <a:t> les </a:t>
            </a:r>
            <a:r>
              <a:rPr lang="es-ES" sz="1600" dirty="0" err="1">
                <a:solidFill>
                  <a:schemeClr val="tx2"/>
                </a:solidFill>
              </a:rPr>
              <a:t>categories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minoritàries</a:t>
            </a:r>
            <a:endParaRPr lang="es-ES" sz="1600" dirty="0">
              <a:solidFill>
                <a:schemeClr val="tx2"/>
              </a:solidFill>
            </a:endParaRPr>
          </a:p>
          <a:p>
            <a:pPr marL="285750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 err="1">
                <a:solidFill>
                  <a:schemeClr val="tx2"/>
                </a:solidFill>
              </a:rPr>
              <a:t>S’hauria</a:t>
            </a:r>
            <a:r>
              <a:rPr lang="es-ES" sz="1600" dirty="0">
                <a:solidFill>
                  <a:schemeClr val="tx2"/>
                </a:solidFill>
              </a:rPr>
              <a:t> de tractar la </a:t>
            </a:r>
            <a:r>
              <a:rPr lang="es-ES" sz="1600" dirty="0" err="1">
                <a:solidFill>
                  <a:schemeClr val="tx2"/>
                </a:solidFill>
              </a:rPr>
              <a:t>missing</a:t>
            </a:r>
            <a:r>
              <a:rPr lang="es-ES" sz="1600" dirty="0">
                <a:solidFill>
                  <a:schemeClr val="tx2"/>
                </a:solidFill>
              </a:rPr>
              <a:t> data:</a:t>
            </a: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Borrar les entrades </a:t>
            </a:r>
            <a:r>
              <a:rPr lang="es-ES" sz="1600" dirty="0" err="1">
                <a:solidFill>
                  <a:schemeClr val="tx2"/>
                </a:solidFill>
              </a:rPr>
              <a:t>amb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massa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 err="1">
                <a:solidFill>
                  <a:schemeClr val="tx2"/>
                </a:solidFill>
              </a:rPr>
              <a:t>NAs</a:t>
            </a:r>
            <a:endParaRPr lang="es-ES" sz="1600" dirty="0">
              <a:solidFill>
                <a:schemeClr val="tx2"/>
              </a:solidFill>
            </a:endParaRP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s-ES" sz="1600" dirty="0">
                <a:solidFill>
                  <a:schemeClr val="tx2"/>
                </a:solidFill>
              </a:rPr>
              <a:t>Generar les dades </a:t>
            </a:r>
            <a:r>
              <a:rPr lang="es-ES" sz="1600" dirty="0" err="1">
                <a:solidFill>
                  <a:schemeClr val="tx2"/>
                </a:solidFill>
              </a:rPr>
              <a:t>faltants</a:t>
            </a:r>
            <a:r>
              <a:rPr lang="es-ES" sz="1600" dirty="0">
                <a:solidFill>
                  <a:schemeClr val="tx2"/>
                </a:solidFill>
              </a:rPr>
              <a:t> -&gt; MICE</a:t>
            </a:r>
          </a:p>
          <a:p>
            <a:pPr marL="742950" lvl="1" indent="-285750" algn="just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  <a:latin typeface="Calibri"/>
              </a:defRPr>
            </a:pPr>
            <a:endParaRPr lang="es-ES" sz="1600" dirty="0">
              <a:solidFill>
                <a:schemeClr val="tx2"/>
              </a:solidFill>
            </a:endParaRPr>
          </a:p>
          <a:p>
            <a:pPr algn="just" defTabSz="914400"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CD4659EE-2AA4-CFB8-BC40-04585A5F058A}"/>
              </a:ext>
            </a:extLst>
          </p:cNvPr>
          <p:cNvSpPr txBox="1"/>
          <p:nvPr/>
        </p:nvSpPr>
        <p:spPr>
          <a:xfrm>
            <a:off x="1992282" y="-273089"/>
            <a:ext cx="6675119" cy="144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9325A"/>
                </a:solidFill>
                <a:latin typeface="Calibri"/>
              </a:defRPr>
            </a:pPr>
            <a:r>
              <a:rPr lang="en-US" sz="4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Conclusions </a:t>
            </a:r>
            <a:r>
              <a:rPr lang="en-US" sz="4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preeliminars</a:t>
            </a:r>
            <a:endParaRPr lang="en-US" sz="4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F353190-585D-DDAD-2388-F2666F3BC2FD}"/>
              </a:ext>
            </a:extLst>
          </p:cNvPr>
          <p:cNvSpPr txBox="1"/>
          <p:nvPr/>
        </p:nvSpPr>
        <p:spPr>
          <a:xfrm>
            <a:off x="6888480" y="2390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19023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7FA59F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022ED8-C6FF-42A8-AEB0-2335E536B9D3}">
  <we:reference id="wa200005566" version="3.0.0.3" store="es-E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2108</TotalTime>
  <Words>983</Words>
  <Application>Microsoft Office PowerPoint</Application>
  <PresentationFormat>Presentación en pantalla (4:3)</PresentationFormat>
  <Paragraphs>263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Sergi Renau Seguer</cp:lastModifiedBy>
  <cp:revision>2</cp:revision>
  <dcterms:created xsi:type="dcterms:W3CDTF">2013-01-27T09:14:16Z</dcterms:created>
  <dcterms:modified xsi:type="dcterms:W3CDTF">2025-10-07T16:25:36Z</dcterms:modified>
  <cp:category/>
</cp:coreProperties>
</file>